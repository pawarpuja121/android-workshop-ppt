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73" r:id="rId3"/>
    <p:sldId id="256" r:id="rId4"/>
    <p:sldId id="257" r:id="rId5"/>
    <p:sldId id="259" r:id="rId6"/>
    <p:sldId id="260" r:id="rId7"/>
    <p:sldId id="261" r:id="rId8"/>
    <p:sldId id="262" r:id="rId9"/>
    <p:sldId id="264" r:id="rId10"/>
    <p:sldId id="265" r:id="rId11"/>
    <p:sldId id="266" r:id="rId12"/>
    <p:sldId id="274"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332D40-4FB5-B64F-B559-E0E04049AE50}" v="27" dt="2026-02-20T06:55:38.7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87"/>
    <p:restoredTop sz="94750"/>
  </p:normalViewPr>
  <p:slideViewPr>
    <p:cSldViewPr snapToGrid="0">
      <p:cViewPr varScale="1">
        <p:scale>
          <a:sx n="101" d="100"/>
          <a:sy n="101" d="100"/>
        </p:scale>
        <p:origin x="3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a Pawar" userId="035fcb6f-cb82-4090-93fd-fd324df2f37b" providerId="ADAL" clId="{A8CF6B58-5150-5047-BECC-855858CDB5E1}"/>
    <pc:docChg chg="custSel addSld delSld modSld">
      <pc:chgData name="Pooja Pawar" userId="035fcb6f-cb82-4090-93fd-fd324df2f37b" providerId="ADAL" clId="{A8CF6B58-5150-5047-BECC-855858CDB5E1}" dt="2026-02-20T19:42:39.407" v="105" actId="20577"/>
      <pc:docMkLst>
        <pc:docMk/>
      </pc:docMkLst>
      <pc:sldChg chg="addSp delSp modSp">
        <pc:chgData name="Pooja Pawar" userId="035fcb6f-cb82-4090-93fd-fd324df2f37b" providerId="ADAL" clId="{A8CF6B58-5150-5047-BECC-855858CDB5E1}" dt="2026-02-20T06:54:37.124" v="82"/>
        <pc:sldMkLst>
          <pc:docMk/>
          <pc:sldMk cId="2431479017" sldId="256"/>
        </pc:sldMkLst>
        <pc:picChg chg="add mod">
          <ac:chgData name="Pooja Pawar" userId="035fcb6f-cb82-4090-93fd-fd324df2f37b" providerId="ADAL" clId="{A8CF6B58-5150-5047-BECC-855858CDB5E1}" dt="2026-02-20T06:54:37.124" v="82"/>
          <ac:picMkLst>
            <pc:docMk/>
            <pc:sldMk cId="2431479017" sldId="256"/>
            <ac:picMk id="3" creationId="{2230346C-81D4-9306-2DC3-586E4D6326BB}"/>
          </ac:picMkLst>
        </pc:picChg>
        <pc:picChg chg="del">
          <ac:chgData name="Pooja Pawar" userId="035fcb6f-cb82-4090-93fd-fd324df2f37b" providerId="ADAL" clId="{A8CF6B58-5150-5047-BECC-855858CDB5E1}" dt="2026-02-20T06:54:36.035" v="81" actId="478"/>
          <ac:picMkLst>
            <pc:docMk/>
            <pc:sldMk cId="2431479017" sldId="256"/>
            <ac:picMk id="1028" creationId="{183B14E7-7BE5-F6BE-EF60-59AE0B7EA4D3}"/>
          </ac:picMkLst>
        </pc:picChg>
      </pc:sldChg>
      <pc:sldChg chg="addSp delSp modSp">
        <pc:chgData name="Pooja Pawar" userId="035fcb6f-cb82-4090-93fd-fd324df2f37b" providerId="ADAL" clId="{A8CF6B58-5150-5047-BECC-855858CDB5E1}" dt="2026-02-20T06:54:41.829" v="84"/>
        <pc:sldMkLst>
          <pc:docMk/>
          <pc:sldMk cId="714228644" sldId="257"/>
        </pc:sldMkLst>
        <pc:picChg chg="add mod">
          <ac:chgData name="Pooja Pawar" userId="035fcb6f-cb82-4090-93fd-fd324df2f37b" providerId="ADAL" clId="{A8CF6B58-5150-5047-BECC-855858CDB5E1}" dt="2026-02-20T06:54:41.829" v="84"/>
          <ac:picMkLst>
            <pc:docMk/>
            <pc:sldMk cId="714228644" sldId="257"/>
            <ac:picMk id="2" creationId="{2C2B332C-23EB-8804-0903-2D1C956DC6B6}"/>
          </ac:picMkLst>
        </pc:picChg>
        <pc:picChg chg="del">
          <ac:chgData name="Pooja Pawar" userId="035fcb6f-cb82-4090-93fd-fd324df2f37b" providerId="ADAL" clId="{A8CF6B58-5150-5047-BECC-855858CDB5E1}" dt="2026-02-20T06:54:40.925" v="83" actId="478"/>
          <ac:picMkLst>
            <pc:docMk/>
            <pc:sldMk cId="714228644" sldId="257"/>
            <ac:picMk id="4" creationId="{7C51F5FB-D016-2FBF-84DF-EB1F898F40C9}"/>
          </ac:picMkLst>
        </pc:picChg>
      </pc:sldChg>
      <pc:sldChg chg="addSp delSp modSp">
        <pc:chgData name="Pooja Pawar" userId="035fcb6f-cb82-4090-93fd-fd324df2f37b" providerId="ADAL" clId="{A8CF6B58-5150-5047-BECC-855858CDB5E1}" dt="2026-02-20T06:54:46.914" v="86"/>
        <pc:sldMkLst>
          <pc:docMk/>
          <pc:sldMk cId="2683323718" sldId="259"/>
        </pc:sldMkLst>
        <pc:picChg chg="del">
          <ac:chgData name="Pooja Pawar" userId="035fcb6f-cb82-4090-93fd-fd324df2f37b" providerId="ADAL" clId="{A8CF6B58-5150-5047-BECC-855858CDB5E1}" dt="2026-02-20T06:54:45.974" v="85" actId="478"/>
          <ac:picMkLst>
            <pc:docMk/>
            <pc:sldMk cId="2683323718" sldId="259"/>
            <ac:picMk id="2" creationId="{07113781-4046-B074-18F8-EE781EC569F7}"/>
          </ac:picMkLst>
        </pc:picChg>
        <pc:picChg chg="add mod">
          <ac:chgData name="Pooja Pawar" userId="035fcb6f-cb82-4090-93fd-fd324df2f37b" providerId="ADAL" clId="{A8CF6B58-5150-5047-BECC-855858CDB5E1}" dt="2026-02-20T06:54:46.914" v="86"/>
          <ac:picMkLst>
            <pc:docMk/>
            <pc:sldMk cId="2683323718" sldId="259"/>
            <ac:picMk id="4" creationId="{982BF4A4-6AE7-6E6F-68BB-E9A56A4C7393}"/>
          </ac:picMkLst>
        </pc:picChg>
      </pc:sldChg>
      <pc:sldChg chg="addSp delSp modSp">
        <pc:chgData name="Pooja Pawar" userId="035fcb6f-cb82-4090-93fd-fd324df2f37b" providerId="ADAL" clId="{A8CF6B58-5150-5047-BECC-855858CDB5E1}" dt="2026-02-20T06:54:52.229" v="88"/>
        <pc:sldMkLst>
          <pc:docMk/>
          <pc:sldMk cId="3523731372" sldId="260"/>
        </pc:sldMkLst>
        <pc:picChg chg="del">
          <ac:chgData name="Pooja Pawar" userId="035fcb6f-cb82-4090-93fd-fd324df2f37b" providerId="ADAL" clId="{A8CF6B58-5150-5047-BECC-855858CDB5E1}" dt="2026-02-20T06:54:51.285" v="87" actId="478"/>
          <ac:picMkLst>
            <pc:docMk/>
            <pc:sldMk cId="3523731372" sldId="260"/>
            <ac:picMk id="2" creationId="{AE02CC90-46B9-3A5D-4FD5-5AEA945BF882}"/>
          </ac:picMkLst>
        </pc:picChg>
        <pc:picChg chg="add mod">
          <ac:chgData name="Pooja Pawar" userId="035fcb6f-cb82-4090-93fd-fd324df2f37b" providerId="ADAL" clId="{A8CF6B58-5150-5047-BECC-855858CDB5E1}" dt="2026-02-20T06:54:52.229" v="88"/>
          <ac:picMkLst>
            <pc:docMk/>
            <pc:sldMk cId="3523731372" sldId="260"/>
            <ac:picMk id="3" creationId="{DC4F625F-80E0-E4A8-36CD-A942BCAE5691}"/>
          </ac:picMkLst>
        </pc:picChg>
      </pc:sldChg>
      <pc:sldChg chg="addSp delSp modSp">
        <pc:chgData name="Pooja Pawar" userId="035fcb6f-cb82-4090-93fd-fd324df2f37b" providerId="ADAL" clId="{A8CF6B58-5150-5047-BECC-855858CDB5E1}" dt="2026-02-20T06:54:58.430" v="90"/>
        <pc:sldMkLst>
          <pc:docMk/>
          <pc:sldMk cId="3192693296" sldId="261"/>
        </pc:sldMkLst>
        <pc:picChg chg="del">
          <ac:chgData name="Pooja Pawar" userId="035fcb6f-cb82-4090-93fd-fd324df2f37b" providerId="ADAL" clId="{A8CF6B58-5150-5047-BECC-855858CDB5E1}" dt="2026-02-20T06:54:57.443" v="89" actId="478"/>
          <ac:picMkLst>
            <pc:docMk/>
            <pc:sldMk cId="3192693296" sldId="261"/>
            <ac:picMk id="2" creationId="{54C67313-DFF9-45FA-DE90-778941FF82DA}"/>
          </ac:picMkLst>
        </pc:picChg>
        <pc:picChg chg="add mod">
          <ac:chgData name="Pooja Pawar" userId="035fcb6f-cb82-4090-93fd-fd324df2f37b" providerId="ADAL" clId="{A8CF6B58-5150-5047-BECC-855858CDB5E1}" dt="2026-02-20T06:54:58.430" v="90"/>
          <ac:picMkLst>
            <pc:docMk/>
            <pc:sldMk cId="3192693296" sldId="261"/>
            <ac:picMk id="4" creationId="{174886D5-6A18-19B8-E2B8-C1A5D6AC9FA4}"/>
          </ac:picMkLst>
        </pc:picChg>
      </pc:sldChg>
      <pc:sldChg chg="addSp delSp modSp">
        <pc:chgData name="Pooja Pawar" userId="035fcb6f-cb82-4090-93fd-fd324df2f37b" providerId="ADAL" clId="{A8CF6B58-5150-5047-BECC-855858CDB5E1}" dt="2026-02-20T06:55:03.559" v="92"/>
        <pc:sldMkLst>
          <pc:docMk/>
          <pc:sldMk cId="3179133260" sldId="262"/>
        </pc:sldMkLst>
        <pc:picChg chg="del">
          <ac:chgData name="Pooja Pawar" userId="035fcb6f-cb82-4090-93fd-fd324df2f37b" providerId="ADAL" clId="{A8CF6B58-5150-5047-BECC-855858CDB5E1}" dt="2026-02-20T06:55:02.463" v="91" actId="478"/>
          <ac:picMkLst>
            <pc:docMk/>
            <pc:sldMk cId="3179133260" sldId="262"/>
            <ac:picMk id="2" creationId="{E66B6CBD-EFDA-7FCF-2D45-CAC43FE5B190}"/>
          </ac:picMkLst>
        </pc:picChg>
        <pc:picChg chg="add mod">
          <ac:chgData name="Pooja Pawar" userId="035fcb6f-cb82-4090-93fd-fd324df2f37b" providerId="ADAL" clId="{A8CF6B58-5150-5047-BECC-855858CDB5E1}" dt="2026-02-20T06:55:03.559" v="92"/>
          <ac:picMkLst>
            <pc:docMk/>
            <pc:sldMk cId="3179133260" sldId="262"/>
            <ac:picMk id="3" creationId="{FADA71CD-986D-78B8-9583-C8563B1D393C}"/>
          </ac:picMkLst>
        </pc:picChg>
      </pc:sldChg>
      <pc:sldChg chg="addSp delSp modSp mod">
        <pc:chgData name="Pooja Pawar" userId="035fcb6f-cb82-4090-93fd-fd324df2f37b" providerId="ADAL" clId="{A8CF6B58-5150-5047-BECC-855858CDB5E1}" dt="2026-02-20T06:55:17.166" v="95" actId="14100"/>
        <pc:sldMkLst>
          <pc:docMk/>
          <pc:sldMk cId="1614439552" sldId="264"/>
        </pc:sldMkLst>
        <pc:picChg chg="del">
          <ac:chgData name="Pooja Pawar" userId="035fcb6f-cb82-4090-93fd-fd324df2f37b" providerId="ADAL" clId="{A8CF6B58-5150-5047-BECC-855858CDB5E1}" dt="2026-02-20T06:55:07.718" v="93" actId="478"/>
          <ac:picMkLst>
            <pc:docMk/>
            <pc:sldMk cId="1614439552" sldId="264"/>
            <ac:picMk id="2" creationId="{5FC060FF-45A7-7BC5-8D60-799F20FBF472}"/>
          </ac:picMkLst>
        </pc:picChg>
        <pc:picChg chg="add mod">
          <ac:chgData name="Pooja Pawar" userId="035fcb6f-cb82-4090-93fd-fd324df2f37b" providerId="ADAL" clId="{A8CF6B58-5150-5047-BECC-855858CDB5E1}" dt="2026-02-20T06:55:17.166" v="95" actId="14100"/>
          <ac:picMkLst>
            <pc:docMk/>
            <pc:sldMk cId="1614439552" sldId="264"/>
            <ac:picMk id="3" creationId="{3D72CAF7-C04A-ACCA-303B-D7714E7BAB1E}"/>
          </ac:picMkLst>
        </pc:picChg>
      </pc:sldChg>
      <pc:sldChg chg="addSp delSp modSp">
        <pc:chgData name="Pooja Pawar" userId="035fcb6f-cb82-4090-93fd-fd324df2f37b" providerId="ADAL" clId="{A8CF6B58-5150-5047-BECC-855858CDB5E1}" dt="2026-02-20T06:55:24.424" v="97"/>
        <pc:sldMkLst>
          <pc:docMk/>
          <pc:sldMk cId="2446670009" sldId="265"/>
        </pc:sldMkLst>
        <pc:picChg chg="add mod">
          <ac:chgData name="Pooja Pawar" userId="035fcb6f-cb82-4090-93fd-fd324df2f37b" providerId="ADAL" clId="{A8CF6B58-5150-5047-BECC-855858CDB5E1}" dt="2026-02-20T06:55:24.424" v="97"/>
          <ac:picMkLst>
            <pc:docMk/>
            <pc:sldMk cId="2446670009" sldId="265"/>
            <ac:picMk id="2" creationId="{4D01567B-99E1-8BD2-B737-4D7A25CAB0A9}"/>
          </ac:picMkLst>
        </pc:picChg>
        <pc:picChg chg="del">
          <ac:chgData name="Pooja Pawar" userId="035fcb6f-cb82-4090-93fd-fd324df2f37b" providerId="ADAL" clId="{A8CF6B58-5150-5047-BECC-855858CDB5E1}" dt="2026-02-20T06:55:23.448" v="96" actId="478"/>
          <ac:picMkLst>
            <pc:docMk/>
            <pc:sldMk cId="2446670009" sldId="265"/>
            <ac:picMk id="3" creationId="{123C8343-AC34-FF27-933C-3E95B9003EB4}"/>
          </ac:picMkLst>
        </pc:picChg>
      </pc:sldChg>
      <pc:sldChg chg="addSp delSp modSp mod">
        <pc:chgData name="Pooja Pawar" userId="035fcb6f-cb82-4090-93fd-fd324df2f37b" providerId="ADAL" clId="{A8CF6B58-5150-5047-BECC-855858CDB5E1}" dt="2026-02-20T06:55:30.654" v="99"/>
        <pc:sldMkLst>
          <pc:docMk/>
          <pc:sldMk cId="2254015467" sldId="266"/>
        </pc:sldMkLst>
        <pc:spChg chg="mod">
          <ac:chgData name="Pooja Pawar" userId="035fcb6f-cb82-4090-93fd-fd324df2f37b" providerId="ADAL" clId="{A8CF6B58-5150-5047-BECC-855858CDB5E1}" dt="2026-02-09T14:07:34.895" v="12" actId="20577"/>
          <ac:spMkLst>
            <pc:docMk/>
            <pc:sldMk cId="2254015467" sldId="266"/>
            <ac:spMk id="5" creationId="{D42CB638-A487-4213-9ED7-654BC051B919}"/>
          </ac:spMkLst>
        </pc:spChg>
        <pc:spChg chg="mod">
          <ac:chgData name="Pooja Pawar" userId="035fcb6f-cb82-4090-93fd-fd324df2f37b" providerId="ADAL" clId="{A8CF6B58-5150-5047-BECC-855858CDB5E1}" dt="2026-02-09T14:22:26.286" v="18" actId="20577"/>
          <ac:spMkLst>
            <pc:docMk/>
            <pc:sldMk cId="2254015467" sldId="266"/>
            <ac:spMk id="7" creationId="{A9F3F9E4-6268-8445-1B23-7FB2CA09A03F}"/>
          </ac:spMkLst>
        </pc:spChg>
        <pc:picChg chg="del">
          <ac:chgData name="Pooja Pawar" userId="035fcb6f-cb82-4090-93fd-fd324df2f37b" providerId="ADAL" clId="{A8CF6B58-5150-5047-BECC-855858CDB5E1}" dt="2026-02-20T06:55:29.746" v="98" actId="478"/>
          <ac:picMkLst>
            <pc:docMk/>
            <pc:sldMk cId="2254015467" sldId="266"/>
            <ac:picMk id="2" creationId="{FDED8CC8-0DA9-6AAF-FA28-009080070354}"/>
          </ac:picMkLst>
        </pc:picChg>
        <pc:picChg chg="add mod">
          <ac:chgData name="Pooja Pawar" userId="035fcb6f-cb82-4090-93fd-fd324df2f37b" providerId="ADAL" clId="{A8CF6B58-5150-5047-BECC-855858CDB5E1}" dt="2026-02-20T06:55:30.654" v="99"/>
          <ac:picMkLst>
            <pc:docMk/>
            <pc:sldMk cId="2254015467" sldId="266"/>
            <ac:picMk id="4" creationId="{A8765E11-E6D4-6D82-FB78-DD67927413D8}"/>
          </ac:picMkLst>
        </pc:picChg>
      </pc:sldChg>
      <pc:sldChg chg="del">
        <pc:chgData name="Pooja Pawar" userId="035fcb6f-cb82-4090-93fd-fd324df2f37b" providerId="ADAL" clId="{A8CF6B58-5150-5047-BECC-855858CDB5E1}" dt="2026-02-20T06:49:26.238" v="20" actId="2696"/>
        <pc:sldMkLst>
          <pc:docMk/>
          <pc:sldMk cId="3934954679" sldId="267"/>
        </pc:sldMkLst>
      </pc:sldChg>
      <pc:sldChg chg="addSp delSp modSp mod">
        <pc:chgData name="Pooja Pawar" userId="035fcb6f-cb82-4090-93fd-fd324df2f37b" providerId="ADAL" clId="{A8CF6B58-5150-5047-BECC-855858CDB5E1}" dt="2026-02-20T06:54:19.865" v="78" actId="1076"/>
        <pc:sldMkLst>
          <pc:docMk/>
          <pc:sldMk cId="1740985780" sldId="268"/>
        </pc:sldMkLst>
        <pc:spChg chg="mod">
          <ac:chgData name="Pooja Pawar" userId="035fcb6f-cb82-4090-93fd-fd324df2f37b" providerId="ADAL" clId="{A8CF6B58-5150-5047-BECC-855858CDB5E1}" dt="2026-02-20T06:53:53.884" v="69" actId="20577"/>
          <ac:spMkLst>
            <pc:docMk/>
            <pc:sldMk cId="1740985780" sldId="268"/>
            <ac:spMk id="6" creationId="{1021735E-5C85-F63F-F17C-D11EC9F79107}"/>
          </ac:spMkLst>
        </pc:spChg>
        <pc:picChg chg="add mod">
          <ac:chgData name="Pooja Pawar" userId="035fcb6f-cb82-4090-93fd-fd324df2f37b" providerId="ADAL" clId="{A8CF6B58-5150-5047-BECC-855858CDB5E1}" dt="2026-02-20T06:54:19.865" v="78" actId="1076"/>
          <ac:picMkLst>
            <pc:docMk/>
            <pc:sldMk cId="1740985780" sldId="268"/>
            <ac:picMk id="3" creationId="{23984109-6E07-4A93-D0BC-8ECB320C106A}"/>
          </ac:picMkLst>
        </pc:picChg>
        <pc:picChg chg="del">
          <ac:chgData name="Pooja Pawar" userId="035fcb6f-cb82-4090-93fd-fd324df2f37b" providerId="ADAL" clId="{A8CF6B58-5150-5047-BECC-855858CDB5E1}" dt="2026-02-20T06:54:08.524" v="70" actId="478"/>
          <ac:picMkLst>
            <pc:docMk/>
            <pc:sldMk cId="1740985780" sldId="268"/>
            <ac:picMk id="4" creationId="{C2073592-58AF-B2D0-237B-52489969B241}"/>
          </ac:picMkLst>
        </pc:picChg>
        <pc:picChg chg="del">
          <ac:chgData name="Pooja Pawar" userId="035fcb6f-cb82-4090-93fd-fd324df2f37b" providerId="ADAL" clId="{A8CF6B58-5150-5047-BECC-855858CDB5E1}" dt="2026-02-20T06:50:55.677" v="37" actId="478"/>
          <ac:picMkLst>
            <pc:docMk/>
            <pc:sldMk cId="1740985780" sldId="268"/>
            <ac:picMk id="11" creationId="{D31F32A6-BAEF-3461-9456-533368CEAA92}"/>
          </ac:picMkLst>
        </pc:picChg>
      </pc:sldChg>
      <pc:sldChg chg="del">
        <pc:chgData name="Pooja Pawar" userId="035fcb6f-cb82-4090-93fd-fd324df2f37b" providerId="ADAL" clId="{A8CF6B58-5150-5047-BECC-855858CDB5E1}" dt="2026-02-20T06:49:20.067" v="19" actId="2696"/>
        <pc:sldMkLst>
          <pc:docMk/>
          <pc:sldMk cId="2410182457" sldId="269"/>
        </pc:sldMkLst>
      </pc:sldChg>
      <pc:sldChg chg="addSp delSp modSp mod">
        <pc:chgData name="Pooja Pawar" userId="035fcb6f-cb82-4090-93fd-fd324df2f37b" providerId="ADAL" clId="{A8CF6B58-5150-5047-BECC-855858CDB5E1}" dt="2026-02-20T06:54:30.571" v="80"/>
        <pc:sldMkLst>
          <pc:docMk/>
          <pc:sldMk cId="2421492240" sldId="273"/>
        </pc:sldMkLst>
        <pc:spChg chg="mod">
          <ac:chgData name="Pooja Pawar" userId="035fcb6f-cb82-4090-93fd-fd324df2f37b" providerId="ADAL" clId="{A8CF6B58-5150-5047-BECC-855858CDB5E1}" dt="2026-02-20T06:52:37.271" v="39" actId="20577"/>
          <ac:spMkLst>
            <pc:docMk/>
            <pc:sldMk cId="2421492240" sldId="273"/>
            <ac:spMk id="5" creationId="{1E680F06-5C72-87FD-EDAF-8CAC1056A243}"/>
          </ac:spMkLst>
        </pc:spChg>
        <pc:picChg chg="del">
          <ac:chgData name="Pooja Pawar" userId="035fcb6f-cb82-4090-93fd-fd324df2f37b" providerId="ADAL" clId="{A8CF6B58-5150-5047-BECC-855858CDB5E1}" dt="2026-02-20T06:54:29.414" v="79" actId="478"/>
          <ac:picMkLst>
            <pc:docMk/>
            <pc:sldMk cId="2421492240" sldId="273"/>
            <ac:picMk id="2" creationId="{6C7BE933-D47D-0454-6009-D4DDA8343643}"/>
          </ac:picMkLst>
        </pc:picChg>
        <pc:picChg chg="add mod">
          <ac:chgData name="Pooja Pawar" userId="035fcb6f-cb82-4090-93fd-fd324df2f37b" providerId="ADAL" clId="{A8CF6B58-5150-5047-BECC-855858CDB5E1}" dt="2026-02-20T06:54:30.571" v="80"/>
          <ac:picMkLst>
            <pc:docMk/>
            <pc:sldMk cId="2421492240" sldId="273"/>
            <ac:picMk id="4" creationId="{8D72C4A0-2F4C-D86B-EC62-57E2621D827B}"/>
          </ac:picMkLst>
        </pc:picChg>
      </pc:sldChg>
      <pc:sldChg chg="addSp delSp modSp mod">
        <pc:chgData name="Pooja Pawar" userId="035fcb6f-cb82-4090-93fd-fd324df2f37b" providerId="ADAL" clId="{A8CF6B58-5150-5047-BECC-855858CDB5E1}" dt="2026-02-20T19:42:39.407" v="105" actId="20577"/>
        <pc:sldMkLst>
          <pc:docMk/>
          <pc:sldMk cId="4058177943" sldId="274"/>
        </pc:sldMkLst>
        <pc:spChg chg="mod">
          <ac:chgData name="Pooja Pawar" userId="035fcb6f-cb82-4090-93fd-fd324df2f37b" providerId="ADAL" clId="{A8CF6B58-5150-5047-BECC-855858CDB5E1}" dt="2026-02-20T19:42:39.407" v="105" actId="20577"/>
          <ac:spMkLst>
            <pc:docMk/>
            <pc:sldMk cId="4058177943" sldId="274"/>
            <ac:spMk id="4" creationId="{189EBD9D-75B8-7AC7-0C6D-3954381FDDE8}"/>
          </ac:spMkLst>
        </pc:spChg>
        <pc:picChg chg="del">
          <ac:chgData name="Pooja Pawar" userId="035fcb6f-cb82-4090-93fd-fd324df2f37b" providerId="ADAL" clId="{A8CF6B58-5150-5047-BECC-855858CDB5E1}" dt="2026-02-20T06:55:34.269" v="100" actId="478"/>
          <ac:picMkLst>
            <pc:docMk/>
            <pc:sldMk cId="4058177943" sldId="274"/>
            <ac:picMk id="2" creationId="{09FB324C-3CA3-86EE-0042-960C47527767}"/>
          </ac:picMkLst>
        </pc:picChg>
        <pc:picChg chg="add mod">
          <ac:chgData name="Pooja Pawar" userId="035fcb6f-cb82-4090-93fd-fd324df2f37b" providerId="ADAL" clId="{A8CF6B58-5150-5047-BECC-855858CDB5E1}" dt="2026-02-20T06:55:35.317" v="101"/>
          <ac:picMkLst>
            <pc:docMk/>
            <pc:sldMk cId="4058177943" sldId="274"/>
            <ac:picMk id="5" creationId="{A875A711-4E9B-1E78-4DBD-EB67AF6B64A2}"/>
          </ac:picMkLst>
        </pc:picChg>
      </pc:sldChg>
      <pc:sldChg chg="addSp modSp new mod">
        <pc:chgData name="Pooja Pawar" userId="035fcb6f-cb82-4090-93fd-fd324df2f37b" providerId="ADAL" clId="{A8CF6B58-5150-5047-BECC-855858CDB5E1}" dt="2026-02-20T06:55:38.730" v="102"/>
        <pc:sldMkLst>
          <pc:docMk/>
          <pc:sldMk cId="3762403400" sldId="275"/>
        </pc:sldMkLst>
        <pc:spChg chg="add mod">
          <ac:chgData name="Pooja Pawar" userId="035fcb6f-cb82-4090-93fd-fd324df2f37b" providerId="ADAL" clId="{A8CF6B58-5150-5047-BECC-855858CDB5E1}" dt="2026-02-20T06:50:18.581" v="36" actId="1076"/>
          <ac:spMkLst>
            <pc:docMk/>
            <pc:sldMk cId="3762403400" sldId="275"/>
            <ac:spMk id="3" creationId="{FE495E89-0405-7CB4-623F-A0095DAE36B0}"/>
          </ac:spMkLst>
        </pc:spChg>
        <pc:picChg chg="add mod">
          <ac:chgData name="Pooja Pawar" userId="035fcb6f-cb82-4090-93fd-fd324df2f37b" providerId="ADAL" clId="{A8CF6B58-5150-5047-BECC-855858CDB5E1}" dt="2026-02-20T06:49:51.140" v="22"/>
          <ac:picMkLst>
            <pc:docMk/>
            <pc:sldMk cId="3762403400" sldId="275"/>
            <ac:picMk id="2" creationId="{EA537404-7FA7-A50E-03D7-A55CFC12DCC2}"/>
          </ac:picMkLst>
        </pc:picChg>
        <pc:picChg chg="add mod">
          <ac:chgData name="Pooja Pawar" userId="035fcb6f-cb82-4090-93fd-fd324df2f37b" providerId="ADAL" clId="{A8CF6B58-5150-5047-BECC-855858CDB5E1}" dt="2026-02-20T06:55:38.730" v="102"/>
          <ac:picMkLst>
            <pc:docMk/>
            <pc:sldMk cId="3762403400" sldId="275"/>
            <ac:picMk id="4" creationId="{8617C473-361E-C9BC-F076-F4A5F7E0123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EA056-2CD2-AAB7-BA1C-4CDE266E050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05F86BC-1CC2-A545-3D08-69315C80EF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1F50E2F-173C-628D-DDD2-A92DB22BCC09}"/>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5" name="Footer Placeholder 4">
            <a:extLst>
              <a:ext uri="{FF2B5EF4-FFF2-40B4-BE49-F238E27FC236}">
                <a16:creationId xmlns:a16="http://schemas.microsoft.com/office/drawing/2014/main" id="{F27F4F0B-CCB8-8627-7344-8E2505192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0881B-961B-5491-5AEF-9ADA668006BB}"/>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3138249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4C001-77E2-0181-1D22-965E1F896D4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8FC10B9-39F3-0720-41C4-30049E0FF0B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2C1FF0-F32F-7A72-EDA9-505B0461FA3D}"/>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5" name="Footer Placeholder 4">
            <a:extLst>
              <a:ext uri="{FF2B5EF4-FFF2-40B4-BE49-F238E27FC236}">
                <a16:creationId xmlns:a16="http://schemas.microsoft.com/office/drawing/2014/main" id="{36ED5747-DE10-3C15-0B80-0E84CAB62E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CDAD0D-0273-EE61-8A0B-5BB5942BAF9A}"/>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14001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5F17-6E80-D89E-C22C-F2FCB27DA9E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38EA83F-C5CE-D196-5326-2AC52AE151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EC14CE-3C74-D837-975E-E034F9486BA7}"/>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5" name="Footer Placeholder 4">
            <a:extLst>
              <a:ext uri="{FF2B5EF4-FFF2-40B4-BE49-F238E27FC236}">
                <a16:creationId xmlns:a16="http://schemas.microsoft.com/office/drawing/2014/main" id="{8C3001FC-CFDD-BF6B-8855-FE9669424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12EDA-6A91-0D5C-6EA4-216DBC53EB3B}"/>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395760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A28FA-2E75-107C-E910-C9E75EC38A0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E82BD99-16AF-FFCC-D884-55ADF8F58FE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1CD9863-8FE3-AE3E-A0C4-D050054065D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6A0017C-611D-1AF6-6F6E-678A5771D992}"/>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6" name="Footer Placeholder 5">
            <a:extLst>
              <a:ext uri="{FF2B5EF4-FFF2-40B4-BE49-F238E27FC236}">
                <a16:creationId xmlns:a16="http://schemas.microsoft.com/office/drawing/2014/main" id="{CDC0DF88-EED0-F333-053E-9A93CF5B90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77E473-ACDD-E457-08AA-B139DA393FBD}"/>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460951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3F575-59A3-0EEE-D4EA-EE2E61C86C5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0237721-1080-4C3B-21E8-057788F292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8CDB09-982B-16EA-5B69-D17AB300099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0A4D591-4D26-6BCD-47F5-B66B2B7D4C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139B9D4-45F2-1406-1227-7B3514321E6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E4DB821-D937-AE20-007C-542196BF8CBE}"/>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8" name="Footer Placeholder 7">
            <a:extLst>
              <a:ext uri="{FF2B5EF4-FFF2-40B4-BE49-F238E27FC236}">
                <a16:creationId xmlns:a16="http://schemas.microsoft.com/office/drawing/2014/main" id="{7370D14A-EAEB-23C9-658D-30E56DC77D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0B831C-DB0A-E69F-B295-9731441380F9}"/>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1690173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BFAAE-C264-3C9B-A516-1BBBCECB392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07B548B-96A0-0EC4-FC6B-11D26ACED99B}"/>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4" name="Footer Placeholder 3">
            <a:extLst>
              <a:ext uri="{FF2B5EF4-FFF2-40B4-BE49-F238E27FC236}">
                <a16:creationId xmlns:a16="http://schemas.microsoft.com/office/drawing/2014/main" id="{BF9B7BB9-D51C-6E63-75D8-F79B06FA3F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532E4E-1A2B-E9B1-CC9E-750B79E906FD}"/>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2780593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1742B-712C-A144-0629-CCE5EAB3554F}"/>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3" name="Footer Placeholder 2">
            <a:extLst>
              <a:ext uri="{FF2B5EF4-FFF2-40B4-BE49-F238E27FC236}">
                <a16:creationId xmlns:a16="http://schemas.microsoft.com/office/drawing/2014/main" id="{6D136625-AD94-306E-310D-226E86ECE8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5C0BCC-1B0E-A2C3-3A23-C525BB5230CC}"/>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412961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985C-43C8-3287-37B3-C8B64CF1363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0C33219-2EF4-085F-4166-6BC5574E2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933A88C-9EA4-1073-5615-321A983861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0727A9-462C-2031-5B12-DF1B931BF454}"/>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6" name="Footer Placeholder 5">
            <a:extLst>
              <a:ext uri="{FF2B5EF4-FFF2-40B4-BE49-F238E27FC236}">
                <a16:creationId xmlns:a16="http://schemas.microsoft.com/office/drawing/2014/main" id="{39CAD5E7-9D98-E327-B4F5-4F9C50DAAF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ABDAA2-5A6F-25BE-2661-CBFD8AD05325}"/>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192883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232FB-EC11-C7C1-9829-5F12247F8D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5F91B7-4880-3B70-67BC-E74D3DD8C9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BCB2C7-DA41-DB2E-E871-15D6EB5E6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A7F3194-2592-F303-15AB-CA827F05EDF4}"/>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6" name="Footer Placeholder 5">
            <a:extLst>
              <a:ext uri="{FF2B5EF4-FFF2-40B4-BE49-F238E27FC236}">
                <a16:creationId xmlns:a16="http://schemas.microsoft.com/office/drawing/2014/main" id="{915D3045-3D44-B5A9-AEB7-40D23C749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F3405B-FA44-A8A5-F756-3E0688944011}"/>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1938756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C089-5ECD-383B-04BF-BE467879FAB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335EE91-422F-69AE-AC2E-59230BFF097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BA46C5-D756-E49D-046D-E01502FA2E70}"/>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5" name="Footer Placeholder 4">
            <a:extLst>
              <a:ext uri="{FF2B5EF4-FFF2-40B4-BE49-F238E27FC236}">
                <a16:creationId xmlns:a16="http://schemas.microsoft.com/office/drawing/2014/main" id="{E141D7C9-30BB-51CA-AB1E-8E81D9619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2182F-F1ED-EF2F-3E67-ED072018F557}"/>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4170705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B0A478-1332-7B5D-7D97-9A116DA6C2A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FFF0957-032B-FE75-BF5E-28C1CC05F1A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3F7854-C6D7-FEC7-3505-4588E161866E}"/>
              </a:ext>
            </a:extLst>
          </p:cNvPr>
          <p:cNvSpPr>
            <a:spLocks noGrp="1"/>
          </p:cNvSpPr>
          <p:nvPr>
            <p:ph type="dt" sz="half" idx="10"/>
          </p:nvPr>
        </p:nvSpPr>
        <p:spPr/>
        <p:txBody>
          <a:bodyPr/>
          <a:lstStyle/>
          <a:p>
            <a:fld id="{E292A6D3-DE3F-6349-A69E-5F04B07CC21C}" type="datetimeFigureOut">
              <a:rPr lang="en-US" smtClean="0"/>
              <a:t>2/21/26</a:t>
            </a:fld>
            <a:endParaRPr lang="en-US"/>
          </a:p>
        </p:txBody>
      </p:sp>
      <p:sp>
        <p:nvSpPr>
          <p:cNvPr id="5" name="Footer Placeholder 4">
            <a:extLst>
              <a:ext uri="{FF2B5EF4-FFF2-40B4-BE49-F238E27FC236}">
                <a16:creationId xmlns:a16="http://schemas.microsoft.com/office/drawing/2014/main" id="{55250C15-9001-9FE0-EF02-1E16CB7BC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73D83-7E64-407B-00BB-EBB2C498ABBC}"/>
              </a:ext>
            </a:extLst>
          </p:cNvPr>
          <p:cNvSpPr>
            <a:spLocks noGrp="1"/>
          </p:cNvSpPr>
          <p:nvPr>
            <p:ph type="sldNum" sz="quarter" idx="12"/>
          </p:nvPr>
        </p:nvSpPr>
        <p:spPr/>
        <p:txBody>
          <a:bodyPr/>
          <a:lstStyle/>
          <a:p>
            <a:fld id="{3F99F288-0199-3E44-B5FF-2900BCEF1663}" type="slidenum">
              <a:rPr lang="en-US" smtClean="0"/>
              <a:t>‹#›</a:t>
            </a:fld>
            <a:endParaRPr lang="en-US"/>
          </a:p>
        </p:txBody>
      </p:sp>
    </p:spTree>
    <p:extLst>
      <p:ext uri="{BB962C8B-B14F-4D97-AF65-F5344CB8AC3E}">
        <p14:creationId xmlns:p14="http://schemas.microsoft.com/office/powerpoint/2010/main" val="897288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DD3C6C-8DDB-1A21-62C3-CB952E81DE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9FBD45B-61B8-976F-8086-245A7A250D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E6FC121-5109-46A4-2FED-79EEA9CF1F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92A6D3-DE3F-6349-A69E-5F04B07CC21C}" type="datetimeFigureOut">
              <a:rPr lang="en-US" smtClean="0"/>
              <a:t>2/21/26</a:t>
            </a:fld>
            <a:endParaRPr lang="en-US"/>
          </a:p>
        </p:txBody>
      </p:sp>
      <p:sp>
        <p:nvSpPr>
          <p:cNvPr id="5" name="Footer Placeholder 4">
            <a:extLst>
              <a:ext uri="{FF2B5EF4-FFF2-40B4-BE49-F238E27FC236}">
                <a16:creationId xmlns:a16="http://schemas.microsoft.com/office/drawing/2014/main" id="{49B7C8C4-30A0-5C9C-5313-27346BB457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27CC2F-264E-4A3E-0DBE-97F8B15734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99F288-0199-3E44-B5FF-2900BCEF1663}" type="slidenum">
              <a:rPr lang="en-US" smtClean="0"/>
              <a:t>‹#›</a:t>
            </a:fld>
            <a:endParaRPr lang="en-US"/>
          </a:p>
        </p:txBody>
      </p:sp>
    </p:spTree>
    <p:extLst>
      <p:ext uri="{BB962C8B-B14F-4D97-AF65-F5344CB8AC3E}">
        <p14:creationId xmlns:p14="http://schemas.microsoft.com/office/powerpoint/2010/main" val="2118447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ayatu/BugBazaar" TargetMode="External"/><Relationship Id="rId7" Type="http://schemas.openxmlformats.org/officeDocument/2006/relationships/image" Target="../media/image1.png"/><Relationship Id="rId2" Type="http://schemas.openxmlformats.org/officeDocument/2006/relationships/hyperlink" Target="https://app.hextree.io/map/android" TargetMode="External"/><Relationship Id="rId1" Type="http://schemas.openxmlformats.org/officeDocument/2006/relationships/slideLayout" Target="../slideLayouts/slideLayout7.xml"/><Relationship Id="rId6" Type="http://schemas.openxmlformats.org/officeDocument/2006/relationships/hyperlink" Target="https://security.tecno.com/SRC/blogdetail/264?lang=en_US" TargetMode="External"/><Relationship Id="rId5" Type="http://schemas.openxmlformats.org/officeDocument/2006/relationships/hyperlink" Target="https://itsfading.github.io/posts/HexTree-Attack-Surface-App-Solutions/" TargetMode="External"/><Relationship Id="rId4" Type="http://schemas.openxmlformats.org/officeDocument/2006/relationships/hyperlink" Target="https://medium.com/@pujapawar/part4-prerequisite-to-learn-mobile-app-security-testing-2f9345a4ba1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021735E-5C85-F63F-F17C-D11EC9F79107}"/>
              </a:ext>
            </a:extLst>
          </p:cNvPr>
          <p:cNvSpPr txBox="1"/>
          <p:nvPr/>
        </p:nvSpPr>
        <p:spPr>
          <a:xfrm>
            <a:off x="977900" y="2433334"/>
            <a:ext cx="9918700" cy="1754326"/>
          </a:xfrm>
          <a:prstGeom prst="rect">
            <a:avLst/>
          </a:prstGeom>
          <a:noFill/>
        </p:spPr>
        <p:txBody>
          <a:bodyPr wrap="square" rtlCol="0">
            <a:spAutoFit/>
          </a:bodyPr>
          <a:lstStyle/>
          <a:p>
            <a:pPr algn="ctr"/>
            <a:r>
              <a:rPr lang="en-IN" sz="5400" b="1" dirty="0"/>
              <a:t>Android App Platform </a:t>
            </a:r>
          </a:p>
          <a:p>
            <a:pPr algn="ctr"/>
            <a:r>
              <a:rPr lang="en-IN" sz="5400" b="1" dirty="0"/>
              <a:t>Overview</a:t>
            </a:r>
          </a:p>
        </p:txBody>
      </p:sp>
      <p:pic>
        <p:nvPicPr>
          <p:cNvPr id="3" name="Picture 2" descr="A blue background with white text&#10;&#10;AI-generated content may be incorrect.">
            <a:extLst>
              <a:ext uri="{FF2B5EF4-FFF2-40B4-BE49-F238E27FC236}">
                <a16:creationId xmlns:a16="http://schemas.microsoft.com/office/drawing/2014/main" id="{23984109-6E07-4A93-D0BC-8ECB320C106A}"/>
              </a:ext>
            </a:extLst>
          </p:cNvPr>
          <p:cNvPicPr>
            <a:picLocks noChangeAspect="1"/>
          </p:cNvPicPr>
          <p:nvPr/>
        </p:nvPicPr>
        <p:blipFill>
          <a:blip r:embed="rId2"/>
          <a:stretch>
            <a:fillRect/>
          </a:stretch>
        </p:blipFill>
        <p:spPr>
          <a:xfrm>
            <a:off x="10610476" y="0"/>
            <a:ext cx="1581524" cy="705050"/>
          </a:xfrm>
          <a:prstGeom prst="rect">
            <a:avLst/>
          </a:prstGeom>
        </p:spPr>
      </p:pic>
    </p:spTree>
    <p:extLst>
      <p:ext uri="{BB962C8B-B14F-4D97-AF65-F5344CB8AC3E}">
        <p14:creationId xmlns:p14="http://schemas.microsoft.com/office/powerpoint/2010/main" val="174098578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43F6DA-0091-FBFE-35A9-7B9D61027DD7}"/>
              </a:ext>
            </a:extLst>
          </p:cNvPr>
          <p:cNvSpPr/>
          <p:nvPr/>
        </p:nvSpPr>
        <p:spPr>
          <a:xfrm>
            <a:off x="0" y="0"/>
            <a:ext cx="6096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400" dirty="0"/>
              <a:t>Overview</a:t>
            </a:r>
          </a:p>
        </p:txBody>
      </p:sp>
      <p:sp>
        <p:nvSpPr>
          <p:cNvPr id="5" name="TextBox 4">
            <a:extLst>
              <a:ext uri="{FF2B5EF4-FFF2-40B4-BE49-F238E27FC236}">
                <a16:creationId xmlns:a16="http://schemas.microsoft.com/office/drawing/2014/main" id="{1E680F06-5C72-87FD-EDAF-8CAC1056A243}"/>
              </a:ext>
            </a:extLst>
          </p:cNvPr>
          <p:cNvSpPr txBox="1"/>
          <p:nvPr/>
        </p:nvSpPr>
        <p:spPr>
          <a:xfrm>
            <a:off x="6574532" y="2250857"/>
            <a:ext cx="4612353" cy="1894621"/>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en-IN" sz="2000" b="1" dirty="0"/>
              <a:t>Android App Architecture Overview</a:t>
            </a:r>
          </a:p>
          <a:p>
            <a:pPr marL="342900" indent="-342900">
              <a:lnSpc>
                <a:spcPct val="150000"/>
              </a:lnSpc>
              <a:buFont typeface="Arial" panose="020B0604020202020204" pitchFamily="34" charset="0"/>
              <a:buChar char="•"/>
            </a:pPr>
            <a:r>
              <a:rPr lang="en-IN" sz="2000" b="1" dirty="0"/>
              <a:t>Intents In Android</a:t>
            </a:r>
          </a:p>
          <a:p>
            <a:pPr marL="342900" indent="-342900">
              <a:lnSpc>
                <a:spcPct val="150000"/>
              </a:lnSpc>
              <a:buFont typeface="Arial" panose="020B0604020202020204" pitchFamily="34" charset="0"/>
              <a:buChar char="•"/>
            </a:pPr>
            <a:r>
              <a:rPr lang="en-IN" sz="2000" b="1" dirty="0"/>
              <a:t>Types Of Intents</a:t>
            </a:r>
            <a:br>
              <a:rPr lang="en-IN" sz="2000" b="1" dirty="0"/>
            </a:br>
            <a:r>
              <a:rPr lang="en-IN" sz="2000" b="1" dirty="0"/>
              <a:t>Data Flow In Intents</a:t>
            </a:r>
          </a:p>
        </p:txBody>
      </p:sp>
      <p:pic>
        <p:nvPicPr>
          <p:cNvPr id="4" name="Picture 3" descr="A blue background with white text&#10;&#10;AI-generated content may be incorrect.">
            <a:extLst>
              <a:ext uri="{FF2B5EF4-FFF2-40B4-BE49-F238E27FC236}">
                <a16:creationId xmlns:a16="http://schemas.microsoft.com/office/drawing/2014/main" id="{8D72C4A0-2F4C-D86B-EC62-57E2621D827B}"/>
              </a:ext>
            </a:extLst>
          </p:cNvPr>
          <p:cNvPicPr>
            <a:picLocks noChangeAspect="1"/>
          </p:cNvPicPr>
          <p:nvPr/>
        </p:nvPicPr>
        <p:blipFill>
          <a:blip r:embed="rId2"/>
          <a:stretch>
            <a:fillRect/>
          </a:stretch>
        </p:blipFill>
        <p:spPr>
          <a:xfrm>
            <a:off x="10610476" y="0"/>
            <a:ext cx="1581524" cy="705050"/>
          </a:xfrm>
          <a:prstGeom prst="rect">
            <a:avLst/>
          </a:prstGeom>
        </p:spPr>
      </p:pic>
    </p:spTree>
    <p:extLst>
      <p:ext uri="{BB962C8B-B14F-4D97-AF65-F5344CB8AC3E}">
        <p14:creationId xmlns:p14="http://schemas.microsoft.com/office/powerpoint/2010/main" val="24214922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63F612D-D47B-3890-8A37-35F4B4C27D21}"/>
              </a:ext>
            </a:extLst>
          </p:cNvPr>
          <p:cNvSpPr txBox="1"/>
          <p:nvPr/>
        </p:nvSpPr>
        <p:spPr>
          <a:xfrm>
            <a:off x="2273300" y="947055"/>
            <a:ext cx="7645399" cy="646331"/>
          </a:xfrm>
          <a:prstGeom prst="rect">
            <a:avLst/>
          </a:prstGeom>
          <a:noFill/>
        </p:spPr>
        <p:txBody>
          <a:bodyPr wrap="square" rtlCol="0">
            <a:spAutoFit/>
          </a:bodyPr>
          <a:lstStyle/>
          <a:p>
            <a:r>
              <a:rPr lang="en-IN" sz="3600" b="1" dirty="0"/>
              <a:t>Android App Architecture Overview</a:t>
            </a:r>
          </a:p>
        </p:txBody>
      </p:sp>
      <p:sp>
        <p:nvSpPr>
          <p:cNvPr id="8" name="TextBox 7">
            <a:extLst>
              <a:ext uri="{FF2B5EF4-FFF2-40B4-BE49-F238E27FC236}">
                <a16:creationId xmlns:a16="http://schemas.microsoft.com/office/drawing/2014/main" id="{B53F2BAE-B7C5-1B01-7D20-C3312F356021}"/>
              </a:ext>
            </a:extLst>
          </p:cNvPr>
          <p:cNvSpPr txBox="1"/>
          <p:nvPr/>
        </p:nvSpPr>
        <p:spPr>
          <a:xfrm>
            <a:off x="597073" y="2044326"/>
            <a:ext cx="10997852" cy="1815882"/>
          </a:xfrm>
          <a:prstGeom prst="rect">
            <a:avLst/>
          </a:prstGeom>
          <a:noFill/>
        </p:spPr>
        <p:txBody>
          <a:bodyPr wrap="square" rtlCol="0">
            <a:spAutoFit/>
          </a:bodyPr>
          <a:lstStyle/>
          <a:p>
            <a:pPr algn="ctr"/>
            <a:r>
              <a:rPr lang="en-IN" sz="2800" dirty="0"/>
              <a:t>Basic components:</a:t>
            </a:r>
          </a:p>
          <a:p>
            <a:pPr algn="ctr"/>
            <a:endParaRPr lang="en-IN" sz="2800" dirty="0"/>
          </a:p>
          <a:p>
            <a:pPr algn="ctr"/>
            <a:r>
              <a:rPr lang="en-IN" sz="2800" b="1" dirty="0">
                <a:solidFill>
                  <a:srgbClr val="FF0000"/>
                </a:solidFill>
              </a:rPr>
              <a:t>Activities</a:t>
            </a:r>
            <a:r>
              <a:rPr lang="en-IN" sz="2800" dirty="0">
                <a:solidFill>
                  <a:srgbClr val="FF0000"/>
                </a:solidFill>
              </a:rPr>
              <a:t>, </a:t>
            </a:r>
            <a:r>
              <a:rPr lang="en-IN" sz="2800" b="1" dirty="0">
                <a:solidFill>
                  <a:srgbClr val="002060"/>
                </a:solidFill>
              </a:rPr>
              <a:t>Services</a:t>
            </a:r>
            <a:r>
              <a:rPr lang="en-IN" sz="2800" dirty="0"/>
              <a:t>, </a:t>
            </a:r>
            <a:r>
              <a:rPr lang="en-IN" sz="2800" b="1" dirty="0">
                <a:solidFill>
                  <a:schemeClr val="accent5">
                    <a:lumMod val="75000"/>
                  </a:schemeClr>
                </a:solidFill>
              </a:rPr>
              <a:t>Broadcast</a:t>
            </a:r>
            <a:r>
              <a:rPr lang="en-IN" sz="2800" b="1" dirty="0"/>
              <a:t> </a:t>
            </a:r>
            <a:r>
              <a:rPr lang="en-IN" sz="2800" b="1" dirty="0">
                <a:solidFill>
                  <a:schemeClr val="accent5">
                    <a:lumMod val="75000"/>
                  </a:schemeClr>
                </a:solidFill>
              </a:rPr>
              <a:t>Receivers</a:t>
            </a:r>
            <a:r>
              <a:rPr lang="en-IN" sz="2800" dirty="0"/>
              <a:t>, </a:t>
            </a:r>
            <a:r>
              <a:rPr lang="en-IN" sz="2800" b="1" dirty="0">
                <a:solidFill>
                  <a:schemeClr val="accent6"/>
                </a:solidFill>
              </a:rPr>
              <a:t>Content Providers</a:t>
            </a:r>
            <a:endParaRPr lang="en-IN" sz="2800" dirty="0">
              <a:solidFill>
                <a:schemeClr val="accent6"/>
              </a:solidFill>
            </a:endParaRPr>
          </a:p>
          <a:p>
            <a:pPr algn="ctr"/>
            <a:endParaRPr lang="en-US" sz="2800" dirty="0"/>
          </a:p>
        </p:txBody>
      </p:sp>
      <p:sp>
        <p:nvSpPr>
          <p:cNvPr id="2" name="TextBox 1">
            <a:extLst>
              <a:ext uri="{FF2B5EF4-FFF2-40B4-BE49-F238E27FC236}">
                <a16:creationId xmlns:a16="http://schemas.microsoft.com/office/drawing/2014/main" id="{8679A875-035C-11E7-5AF5-42301C8898EB}"/>
              </a:ext>
            </a:extLst>
          </p:cNvPr>
          <p:cNvSpPr txBox="1"/>
          <p:nvPr/>
        </p:nvSpPr>
        <p:spPr>
          <a:xfrm>
            <a:off x="1578147" y="4080316"/>
            <a:ext cx="8741385" cy="1754326"/>
          </a:xfrm>
          <a:prstGeom prst="rect">
            <a:avLst/>
          </a:prstGeom>
          <a:noFill/>
        </p:spPr>
        <p:txBody>
          <a:bodyPr wrap="square" rtlCol="0">
            <a:spAutoFit/>
          </a:bodyPr>
          <a:lstStyle/>
          <a:p>
            <a:pPr algn="ctr"/>
            <a:r>
              <a:rPr lang="en-IN" dirty="0"/>
              <a:t>Android allows applications to </a:t>
            </a:r>
            <a:r>
              <a:rPr lang="en-IN" b="1" dirty="0">
                <a:solidFill>
                  <a:srgbClr val="FF0000"/>
                </a:solidFill>
              </a:rPr>
              <a:t>communicate between processes through intents</a:t>
            </a:r>
            <a:r>
              <a:rPr lang="en-IN" dirty="0"/>
              <a:t>, which not only provides convenience for data sharing but also brings many hidden dangers. If developers do not properly dispose of intents transmitted between processes, it may lead to security vulnerabilities such as information leakage, permission escalation, and arbitrary code execution.</a:t>
            </a:r>
          </a:p>
          <a:p>
            <a:pPr algn="ctr"/>
            <a:r>
              <a:rPr lang="en-IN" dirty="0"/>
              <a:t> </a:t>
            </a:r>
            <a:endParaRPr lang="en-US" dirty="0"/>
          </a:p>
        </p:txBody>
      </p:sp>
      <p:pic>
        <p:nvPicPr>
          <p:cNvPr id="3" name="Picture 2" descr="A blue background with white text&#10;&#10;AI-generated content may be incorrect.">
            <a:extLst>
              <a:ext uri="{FF2B5EF4-FFF2-40B4-BE49-F238E27FC236}">
                <a16:creationId xmlns:a16="http://schemas.microsoft.com/office/drawing/2014/main" id="{2230346C-81D4-9306-2DC3-586E4D6326BB}"/>
              </a:ext>
            </a:extLst>
          </p:cNvPr>
          <p:cNvPicPr>
            <a:picLocks noChangeAspect="1"/>
          </p:cNvPicPr>
          <p:nvPr/>
        </p:nvPicPr>
        <p:blipFill>
          <a:blip r:embed="rId2"/>
          <a:stretch>
            <a:fillRect/>
          </a:stretch>
        </p:blipFill>
        <p:spPr>
          <a:xfrm>
            <a:off x="10610476" y="0"/>
            <a:ext cx="1581524" cy="705050"/>
          </a:xfrm>
          <a:prstGeom prst="rect">
            <a:avLst/>
          </a:prstGeom>
        </p:spPr>
      </p:pic>
    </p:spTree>
    <p:extLst>
      <p:ext uri="{BB962C8B-B14F-4D97-AF65-F5344CB8AC3E}">
        <p14:creationId xmlns:p14="http://schemas.microsoft.com/office/powerpoint/2010/main" val="24314790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9575F2F-15C5-F558-BA29-BCE278A11010}"/>
              </a:ext>
            </a:extLst>
          </p:cNvPr>
          <p:cNvSpPr txBox="1"/>
          <p:nvPr/>
        </p:nvSpPr>
        <p:spPr>
          <a:xfrm>
            <a:off x="9309100" y="2274838"/>
            <a:ext cx="1877785" cy="2308324"/>
          </a:xfrm>
          <a:prstGeom prst="rect">
            <a:avLst/>
          </a:prstGeom>
          <a:noFill/>
        </p:spPr>
        <p:txBody>
          <a:bodyPr wrap="square" rtlCol="0">
            <a:spAutoFit/>
          </a:bodyPr>
          <a:lstStyle/>
          <a:p>
            <a:pPr algn="ctr"/>
            <a:r>
              <a:rPr lang="en-IN" sz="3600" b="1" dirty="0">
                <a:solidFill>
                  <a:srgbClr val="FF0000"/>
                </a:solidFill>
              </a:rPr>
              <a:t>Activity</a:t>
            </a:r>
            <a:r>
              <a:rPr lang="en-IN" sz="3600" b="1" dirty="0"/>
              <a:t> In Android App</a:t>
            </a:r>
          </a:p>
        </p:txBody>
      </p:sp>
      <p:pic>
        <p:nvPicPr>
          <p:cNvPr id="2050" name="Picture 2" descr="android - Activity transition happening too quickly for animation - Stack  Overflow">
            <a:extLst>
              <a:ext uri="{FF2B5EF4-FFF2-40B4-BE49-F238E27FC236}">
                <a16:creationId xmlns:a16="http://schemas.microsoft.com/office/drawing/2014/main" id="{96EC025E-CD2A-439C-92DA-0E5DF2692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571" y="644976"/>
            <a:ext cx="8131038" cy="583700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ue background with white text&#10;&#10;AI-generated content may be incorrect.">
            <a:extLst>
              <a:ext uri="{FF2B5EF4-FFF2-40B4-BE49-F238E27FC236}">
                <a16:creationId xmlns:a16="http://schemas.microsoft.com/office/drawing/2014/main" id="{2C2B332C-23EB-8804-0903-2D1C956DC6B6}"/>
              </a:ext>
            </a:extLst>
          </p:cNvPr>
          <p:cNvPicPr>
            <a:picLocks noChangeAspect="1"/>
          </p:cNvPicPr>
          <p:nvPr/>
        </p:nvPicPr>
        <p:blipFill>
          <a:blip r:embed="rId3"/>
          <a:stretch>
            <a:fillRect/>
          </a:stretch>
        </p:blipFill>
        <p:spPr>
          <a:xfrm>
            <a:off x="10610476" y="0"/>
            <a:ext cx="1581524" cy="705050"/>
          </a:xfrm>
          <a:prstGeom prst="rect">
            <a:avLst/>
          </a:prstGeom>
        </p:spPr>
      </p:pic>
    </p:spTree>
    <p:extLst>
      <p:ext uri="{BB962C8B-B14F-4D97-AF65-F5344CB8AC3E}">
        <p14:creationId xmlns:p14="http://schemas.microsoft.com/office/powerpoint/2010/main" val="71422864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0E1B424D-302E-F830-C576-3592B306F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150" y="1428750"/>
            <a:ext cx="108077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0CF0DBB-D3A0-51C5-5478-0D2C07C79AB6}"/>
              </a:ext>
            </a:extLst>
          </p:cNvPr>
          <p:cNvSpPr txBox="1"/>
          <p:nvPr/>
        </p:nvSpPr>
        <p:spPr>
          <a:xfrm>
            <a:off x="3002071" y="541571"/>
            <a:ext cx="6187857" cy="646331"/>
          </a:xfrm>
          <a:prstGeom prst="rect">
            <a:avLst/>
          </a:prstGeom>
          <a:noFill/>
        </p:spPr>
        <p:txBody>
          <a:bodyPr wrap="square" rtlCol="0">
            <a:spAutoFit/>
          </a:bodyPr>
          <a:lstStyle/>
          <a:p>
            <a:pPr algn="ctr"/>
            <a:r>
              <a:rPr lang="en-IN" sz="3600" b="1" dirty="0">
                <a:solidFill>
                  <a:srgbClr val="FF0000"/>
                </a:solidFill>
              </a:rPr>
              <a:t>Services</a:t>
            </a:r>
            <a:r>
              <a:rPr lang="en-IN" sz="3600" b="1" dirty="0"/>
              <a:t> In Android App</a:t>
            </a:r>
          </a:p>
        </p:txBody>
      </p:sp>
      <p:pic>
        <p:nvPicPr>
          <p:cNvPr id="4" name="Picture 3" descr="A blue background with white text&#10;&#10;AI-generated content may be incorrect.">
            <a:extLst>
              <a:ext uri="{FF2B5EF4-FFF2-40B4-BE49-F238E27FC236}">
                <a16:creationId xmlns:a16="http://schemas.microsoft.com/office/drawing/2014/main" id="{982BF4A4-6AE7-6E6F-68BB-E9A56A4C7393}"/>
              </a:ext>
            </a:extLst>
          </p:cNvPr>
          <p:cNvPicPr>
            <a:picLocks noChangeAspect="1"/>
          </p:cNvPicPr>
          <p:nvPr/>
        </p:nvPicPr>
        <p:blipFill>
          <a:blip r:embed="rId3"/>
          <a:stretch>
            <a:fillRect/>
          </a:stretch>
        </p:blipFill>
        <p:spPr>
          <a:xfrm>
            <a:off x="10610476" y="0"/>
            <a:ext cx="1581524" cy="705050"/>
          </a:xfrm>
          <a:prstGeom prst="rect">
            <a:avLst/>
          </a:prstGeom>
        </p:spPr>
      </p:pic>
    </p:spTree>
    <p:extLst>
      <p:ext uri="{BB962C8B-B14F-4D97-AF65-F5344CB8AC3E}">
        <p14:creationId xmlns:p14="http://schemas.microsoft.com/office/powerpoint/2010/main" val="26833237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ow to use Multiple BroadCast Receiver in a single activity using kotlin |  by Abdul Qadir | Medium">
            <a:extLst>
              <a:ext uri="{FF2B5EF4-FFF2-40B4-BE49-F238E27FC236}">
                <a16:creationId xmlns:a16="http://schemas.microsoft.com/office/drawing/2014/main" id="{C23A3CD2-AFB0-5243-E540-DCD887800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312" y="1608251"/>
            <a:ext cx="9579428" cy="49468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535794E-847E-011E-1D19-DE00C76679BE}"/>
              </a:ext>
            </a:extLst>
          </p:cNvPr>
          <p:cNvSpPr txBox="1"/>
          <p:nvPr/>
        </p:nvSpPr>
        <p:spPr>
          <a:xfrm>
            <a:off x="2068882" y="543414"/>
            <a:ext cx="8054236" cy="646331"/>
          </a:xfrm>
          <a:prstGeom prst="rect">
            <a:avLst/>
          </a:prstGeom>
          <a:noFill/>
        </p:spPr>
        <p:txBody>
          <a:bodyPr wrap="square" rtlCol="0">
            <a:spAutoFit/>
          </a:bodyPr>
          <a:lstStyle/>
          <a:p>
            <a:r>
              <a:rPr lang="en-IN" sz="3600" b="1" dirty="0">
                <a:solidFill>
                  <a:srgbClr val="FF0000"/>
                </a:solidFill>
              </a:rPr>
              <a:t>Broadcast Receiver </a:t>
            </a:r>
            <a:r>
              <a:rPr lang="en-IN" sz="3600" b="1" dirty="0"/>
              <a:t>In Android App</a:t>
            </a:r>
          </a:p>
        </p:txBody>
      </p:sp>
      <p:sp>
        <p:nvSpPr>
          <p:cNvPr id="6" name="Rectangle 5">
            <a:extLst>
              <a:ext uri="{FF2B5EF4-FFF2-40B4-BE49-F238E27FC236}">
                <a16:creationId xmlns:a16="http://schemas.microsoft.com/office/drawing/2014/main" id="{62D64CDD-17EA-4293-F478-671B00CDEB7C}"/>
              </a:ext>
            </a:extLst>
          </p:cNvPr>
          <p:cNvSpPr/>
          <p:nvPr/>
        </p:nvSpPr>
        <p:spPr>
          <a:xfrm>
            <a:off x="6676569" y="4180117"/>
            <a:ext cx="914400"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blue background with white text&#10;&#10;AI-generated content may be incorrect.">
            <a:extLst>
              <a:ext uri="{FF2B5EF4-FFF2-40B4-BE49-F238E27FC236}">
                <a16:creationId xmlns:a16="http://schemas.microsoft.com/office/drawing/2014/main" id="{DC4F625F-80E0-E4A8-36CD-A942BCAE5691}"/>
              </a:ext>
            </a:extLst>
          </p:cNvPr>
          <p:cNvPicPr>
            <a:picLocks noChangeAspect="1"/>
          </p:cNvPicPr>
          <p:nvPr/>
        </p:nvPicPr>
        <p:blipFill>
          <a:blip r:embed="rId3"/>
          <a:stretch>
            <a:fillRect/>
          </a:stretch>
        </p:blipFill>
        <p:spPr>
          <a:xfrm>
            <a:off x="10610476" y="0"/>
            <a:ext cx="1581524" cy="705050"/>
          </a:xfrm>
          <a:prstGeom prst="rect">
            <a:avLst/>
          </a:prstGeom>
        </p:spPr>
      </p:pic>
    </p:spTree>
    <p:extLst>
      <p:ext uri="{BB962C8B-B14F-4D97-AF65-F5344CB8AC3E}">
        <p14:creationId xmlns:p14="http://schemas.microsoft.com/office/powerpoint/2010/main" val="35237313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ndroid: Content Provider">
            <a:extLst>
              <a:ext uri="{FF2B5EF4-FFF2-40B4-BE49-F238E27FC236}">
                <a16:creationId xmlns:a16="http://schemas.microsoft.com/office/drawing/2014/main" id="{8CCEB743-D4E1-F072-D140-1162958FB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967" y="1161145"/>
            <a:ext cx="8456609" cy="52670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5B9FD83-BF51-0E19-5C7D-0926D76F0B24}"/>
              </a:ext>
            </a:extLst>
          </p:cNvPr>
          <p:cNvSpPr txBox="1"/>
          <p:nvPr/>
        </p:nvSpPr>
        <p:spPr>
          <a:xfrm>
            <a:off x="9396840" y="2265164"/>
            <a:ext cx="2285457" cy="2862322"/>
          </a:xfrm>
          <a:prstGeom prst="rect">
            <a:avLst/>
          </a:prstGeom>
          <a:noFill/>
        </p:spPr>
        <p:txBody>
          <a:bodyPr wrap="square" rtlCol="0">
            <a:spAutoFit/>
          </a:bodyPr>
          <a:lstStyle/>
          <a:p>
            <a:pPr algn="ctr"/>
            <a:r>
              <a:rPr lang="en-IN" sz="3600" b="1" dirty="0">
                <a:solidFill>
                  <a:srgbClr val="FF0000"/>
                </a:solidFill>
              </a:rPr>
              <a:t>Content Provider </a:t>
            </a:r>
            <a:r>
              <a:rPr lang="en-IN" sz="3600" b="1" dirty="0"/>
              <a:t>In Android App</a:t>
            </a:r>
          </a:p>
        </p:txBody>
      </p:sp>
      <p:pic>
        <p:nvPicPr>
          <p:cNvPr id="4" name="Picture 3" descr="A blue background with white text&#10;&#10;AI-generated content may be incorrect.">
            <a:extLst>
              <a:ext uri="{FF2B5EF4-FFF2-40B4-BE49-F238E27FC236}">
                <a16:creationId xmlns:a16="http://schemas.microsoft.com/office/drawing/2014/main" id="{174886D5-6A18-19B8-E2B8-C1A5D6AC9FA4}"/>
              </a:ext>
            </a:extLst>
          </p:cNvPr>
          <p:cNvPicPr>
            <a:picLocks noChangeAspect="1"/>
          </p:cNvPicPr>
          <p:nvPr/>
        </p:nvPicPr>
        <p:blipFill>
          <a:blip r:embed="rId3"/>
          <a:stretch>
            <a:fillRect/>
          </a:stretch>
        </p:blipFill>
        <p:spPr>
          <a:xfrm>
            <a:off x="10610476" y="0"/>
            <a:ext cx="1581524" cy="705050"/>
          </a:xfrm>
          <a:prstGeom prst="rect">
            <a:avLst/>
          </a:prstGeom>
        </p:spPr>
      </p:pic>
    </p:spTree>
    <p:extLst>
      <p:ext uri="{BB962C8B-B14F-4D97-AF65-F5344CB8AC3E}">
        <p14:creationId xmlns:p14="http://schemas.microsoft.com/office/powerpoint/2010/main" val="319269329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Android - Content Provider">
            <a:extLst>
              <a:ext uri="{FF2B5EF4-FFF2-40B4-BE49-F238E27FC236}">
                <a16:creationId xmlns:a16="http://schemas.microsoft.com/office/drawing/2014/main" id="{F8F91A65-8061-803D-6143-3C25B6A6F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0" y="1079500"/>
            <a:ext cx="9347200" cy="4699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background with white text&#10;&#10;AI-generated content may be incorrect.">
            <a:extLst>
              <a:ext uri="{FF2B5EF4-FFF2-40B4-BE49-F238E27FC236}">
                <a16:creationId xmlns:a16="http://schemas.microsoft.com/office/drawing/2014/main" id="{FADA71CD-986D-78B8-9583-C8563B1D393C}"/>
              </a:ext>
            </a:extLst>
          </p:cNvPr>
          <p:cNvPicPr>
            <a:picLocks noChangeAspect="1"/>
          </p:cNvPicPr>
          <p:nvPr/>
        </p:nvPicPr>
        <p:blipFill>
          <a:blip r:embed="rId3"/>
          <a:stretch>
            <a:fillRect/>
          </a:stretch>
        </p:blipFill>
        <p:spPr>
          <a:xfrm>
            <a:off x="10610476" y="0"/>
            <a:ext cx="1581524" cy="705050"/>
          </a:xfrm>
          <a:prstGeom prst="rect">
            <a:avLst/>
          </a:prstGeom>
        </p:spPr>
      </p:pic>
    </p:spTree>
    <p:extLst>
      <p:ext uri="{BB962C8B-B14F-4D97-AF65-F5344CB8AC3E}">
        <p14:creationId xmlns:p14="http://schemas.microsoft.com/office/powerpoint/2010/main" val="317913326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Android Intent Filters with Examples - Tutlane">
            <a:extLst>
              <a:ext uri="{FF2B5EF4-FFF2-40B4-BE49-F238E27FC236}">
                <a16:creationId xmlns:a16="http://schemas.microsoft.com/office/drawing/2014/main" id="{FC4849E2-FF02-AA98-0F0B-3BFA9C1521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8813" y="463463"/>
            <a:ext cx="3503571" cy="594000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EBEE983-38DB-49B9-575B-59305E54B44F}"/>
              </a:ext>
            </a:extLst>
          </p:cNvPr>
          <p:cNvSpPr/>
          <p:nvPr/>
        </p:nvSpPr>
        <p:spPr>
          <a:xfrm>
            <a:off x="7243385" y="4638606"/>
            <a:ext cx="3503571" cy="145142"/>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0" name="Picture 4" descr="GitHub - ShakilAhmedShaj/android_Intent: basic android Intent Sample">
            <a:extLst>
              <a:ext uri="{FF2B5EF4-FFF2-40B4-BE49-F238E27FC236}">
                <a16:creationId xmlns:a16="http://schemas.microsoft.com/office/drawing/2014/main" id="{86D9CF2E-77E0-E24A-329D-C61E18521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74" y="208475"/>
            <a:ext cx="3198160" cy="6441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81BBA27-4571-4017-8328-63A27649FF53}"/>
              </a:ext>
            </a:extLst>
          </p:cNvPr>
          <p:cNvSpPr txBox="1"/>
          <p:nvPr/>
        </p:nvSpPr>
        <p:spPr>
          <a:xfrm>
            <a:off x="3538395" y="623889"/>
            <a:ext cx="3498907" cy="584775"/>
          </a:xfrm>
          <a:prstGeom prst="rect">
            <a:avLst/>
          </a:prstGeom>
          <a:noFill/>
        </p:spPr>
        <p:txBody>
          <a:bodyPr wrap="none" rtlCol="0">
            <a:spAutoFit/>
          </a:bodyPr>
          <a:lstStyle/>
          <a:p>
            <a:r>
              <a:rPr lang="en-US" sz="3200" b="1" dirty="0"/>
              <a:t>Intents In Android</a:t>
            </a:r>
          </a:p>
        </p:txBody>
      </p:sp>
      <p:sp>
        <p:nvSpPr>
          <p:cNvPr id="10" name="TextBox 9">
            <a:extLst>
              <a:ext uri="{FF2B5EF4-FFF2-40B4-BE49-F238E27FC236}">
                <a16:creationId xmlns:a16="http://schemas.microsoft.com/office/drawing/2014/main" id="{CC910332-5BDF-5B1F-1E09-133952B43304}"/>
              </a:ext>
            </a:extLst>
          </p:cNvPr>
          <p:cNvSpPr txBox="1"/>
          <p:nvPr/>
        </p:nvSpPr>
        <p:spPr>
          <a:xfrm>
            <a:off x="3592184" y="1402914"/>
            <a:ext cx="3102508" cy="1477328"/>
          </a:xfrm>
          <a:prstGeom prst="rect">
            <a:avLst/>
          </a:prstGeom>
          <a:noFill/>
        </p:spPr>
        <p:txBody>
          <a:bodyPr wrap="square" rtlCol="0">
            <a:spAutoFit/>
          </a:bodyPr>
          <a:lstStyle/>
          <a:p>
            <a:pPr algn="ctr"/>
            <a:r>
              <a:rPr lang="en-IN" b="1" dirty="0"/>
              <a:t>Intent = A message or request</a:t>
            </a:r>
            <a:r>
              <a:rPr lang="en-IN" dirty="0"/>
              <a:t> that Android uses to </a:t>
            </a:r>
            <a:r>
              <a:rPr lang="en-IN" b="1" dirty="0">
                <a:solidFill>
                  <a:srgbClr val="FF0000"/>
                </a:solidFill>
              </a:rPr>
              <a:t>start something</a:t>
            </a:r>
            <a:r>
              <a:rPr lang="en-IN" dirty="0">
                <a:solidFill>
                  <a:srgbClr val="FF0000"/>
                </a:solidFill>
              </a:rPr>
              <a:t> </a:t>
            </a:r>
            <a:r>
              <a:rPr lang="en-IN" dirty="0"/>
              <a:t>or </a:t>
            </a:r>
            <a:r>
              <a:rPr lang="en-IN" b="1" dirty="0">
                <a:solidFill>
                  <a:srgbClr val="FF0000"/>
                </a:solidFill>
              </a:rPr>
              <a:t>send something</a:t>
            </a:r>
            <a:r>
              <a:rPr lang="en-IN" dirty="0">
                <a:solidFill>
                  <a:srgbClr val="FF0000"/>
                </a:solidFill>
              </a:rPr>
              <a:t>.</a:t>
            </a:r>
          </a:p>
          <a:p>
            <a:pPr algn="ctr"/>
            <a:endParaRPr lang="en-US" dirty="0"/>
          </a:p>
        </p:txBody>
      </p:sp>
      <p:sp>
        <p:nvSpPr>
          <p:cNvPr id="11" name="TextBox 10">
            <a:extLst>
              <a:ext uri="{FF2B5EF4-FFF2-40B4-BE49-F238E27FC236}">
                <a16:creationId xmlns:a16="http://schemas.microsoft.com/office/drawing/2014/main" id="{F0684FAD-BA1A-B126-9C1A-4FC971C971F2}"/>
              </a:ext>
            </a:extLst>
          </p:cNvPr>
          <p:cNvSpPr txBox="1"/>
          <p:nvPr/>
        </p:nvSpPr>
        <p:spPr>
          <a:xfrm>
            <a:off x="3325453" y="2693877"/>
            <a:ext cx="3943360" cy="1077218"/>
          </a:xfrm>
          <a:prstGeom prst="rect">
            <a:avLst/>
          </a:prstGeom>
          <a:noFill/>
        </p:spPr>
        <p:txBody>
          <a:bodyPr wrap="square" rtlCol="0">
            <a:spAutoFit/>
          </a:bodyPr>
          <a:lstStyle/>
          <a:p>
            <a:pPr algn="ctr"/>
            <a:r>
              <a:rPr lang="en-IN" sz="3200" b="1" dirty="0"/>
              <a:t>What Can Intents Do?</a:t>
            </a:r>
          </a:p>
        </p:txBody>
      </p:sp>
      <p:sp>
        <p:nvSpPr>
          <p:cNvPr id="13" name="TextBox 12">
            <a:extLst>
              <a:ext uri="{FF2B5EF4-FFF2-40B4-BE49-F238E27FC236}">
                <a16:creationId xmlns:a16="http://schemas.microsoft.com/office/drawing/2014/main" id="{138324A9-F8F7-1E18-E76E-5322D43A3E5E}"/>
              </a:ext>
            </a:extLst>
          </p:cNvPr>
          <p:cNvSpPr txBox="1"/>
          <p:nvPr/>
        </p:nvSpPr>
        <p:spPr>
          <a:xfrm>
            <a:off x="3483735" y="3935714"/>
            <a:ext cx="3804224" cy="1569660"/>
          </a:xfrm>
          <a:prstGeom prst="rect">
            <a:avLst/>
          </a:prstGeom>
          <a:noFill/>
        </p:spPr>
        <p:txBody>
          <a:bodyPr wrap="square">
            <a:spAutoFit/>
          </a:bodyPr>
          <a:lstStyle/>
          <a:p>
            <a:pPr>
              <a:buFont typeface="+mj-lt"/>
              <a:buAutoNum type="arabicPeriod"/>
            </a:pPr>
            <a:r>
              <a:rPr lang="en-IN" sz="1600" b="1" dirty="0"/>
              <a:t>Start a new screen</a:t>
            </a:r>
            <a:r>
              <a:rPr lang="en-IN" sz="1600" dirty="0"/>
              <a:t> (</a:t>
            </a:r>
            <a:r>
              <a:rPr lang="en-IN" sz="1600" dirty="0">
                <a:solidFill>
                  <a:srgbClr val="FF0000"/>
                </a:solidFill>
              </a:rPr>
              <a:t>Activity</a:t>
            </a:r>
            <a:r>
              <a:rPr lang="en-IN" sz="1600" dirty="0"/>
              <a:t>)</a:t>
            </a:r>
          </a:p>
          <a:p>
            <a:pPr>
              <a:buFont typeface="+mj-lt"/>
              <a:buAutoNum type="arabicPeriod"/>
            </a:pPr>
            <a:r>
              <a:rPr lang="en-IN" sz="1600" b="1" dirty="0"/>
              <a:t>Start a background task</a:t>
            </a:r>
            <a:r>
              <a:rPr lang="en-IN" sz="1600" dirty="0"/>
              <a:t> (</a:t>
            </a:r>
            <a:r>
              <a:rPr lang="en-IN" sz="1600" dirty="0">
                <a:solidFill>
                  <a:srgbClr val="002060"/>
                </a:solidFill>
              </a:rPr>
              <a:t>Service</a:t>
            </a:r>
            <a:r>
              <a:rPr lang="en-IN" sz="1600" dirty="0"/>
              <a:t>)</a:t>
            </a:r>
          </a:p>
          <a:p>
            <a:pPr>
              <a:buFont typeface="+mj-lt"/>
              <a:buAutoNum type="arabicPeriod"/>
            </a:pPr>
            <a:r>
              <a:rPr lang="en-IN" sz="1600" b="1" dirty="0"/>
              <a:t>Send a system-wide message</a:t>
            </a:r>
            <a:r>
              <a:rPr lang="en-IN" sz="1600" dirty="0"/>
              <a:t> (</a:t>
            </a:r>
            <a:r>
              <a:rPr lang="en-IN" sz="1600" dirty="0">
                <a:solidFill>
                  <a:schemeClr val="accent5"/>
                </a:solidFill>
              </a:rPr>
              <a:t>Broadcast</a:t>
            </a:r>
            <a:r>
              <a:rPr lang="en-IN" sz="1600" dirty="0"/>
              <a:t>)</a:t>
            </a:r>
          </a:p>
          <a:p>
            <a:pPr>
              <a:buFont typeface="+mj-lt"/>
              <a:buAutoNum type="arabicPeriod"/>
            </a:pPr>
            <a:r>
              <a:rPr lang="en-IN" sz="1600" b="1" dirty="0"/>
              <a:t>Open another app's feature</a:t>
            </a:r>
            <a:r>
              <a:rPr lang="en-IN" sz="1600" dirty="0"/>
              <a:t> (</a:t>
            </a:r>
            <a:r>
              <a:rPr lang="en-IN" sz="1600" dirty="0">
                <a:solidFill>
                  <a:schemeClr val="accent6"/>
                </a:solidFill>
              </a:rPr>
              <a:t>like Gallery, Maps, etc</a:t>
            </a:r>
            <a:r>
              <a:rPr lang="en-IN" sz="1600" dirty="0"/>
              <a:t>.)</a:t>
            </a:r>
          </a:p>
        </p:txBody>
      </p:sp>
      <p:pic>
        <p:nvPicPr>
          <p:cNvPr id="3" name="Picture 2" descr="A blue background with white text&#10;&#10;AI-generated content may be incorrect.">
            <a:extLst>
              <a:ext uri="{FF2B5EF4-FFF2-40B4-BE49-F238E27FC236}">
                <a16:creationId xmlns:a16="http://schemas.microsoft.com/office/drawing/2014/main" id="{3D72CAF7-C04A-ACCA-303B-D7714E7BAB1E}"/>
              </a:ext>
            </a:extLst>
          </p:cNvPr>
          <p:cNvPicPr>
            <a:picLocks noChangeAspect="1"/>
          </p:cNvPicPr>
          <p:nvPr/>
        </p:nvPicPr>
        <p:blipFill>
          <a:blip r:embed="rId4"/>
          <a:stretch>
            <a:fillRect/>
          </a:stretch>
        </p:blipFill>
        <p:spPr>
          <a:xfrm>
            <a:off x="10792530" y="0"/>
            <a:ext cx="1399469" cy="623889"/>
          </a:xfrm>
          <a:prstGeom prst="rect">
            <a:avLst/>
          </a:prstGeom>
        </p:spPr>
      </p:pic>
    </p:spTree>
    <p:extLst>
      <p:ext uri="{BB962C8B-B14F-4D97-AF65-F5344CB8AC3E}">
        <p14:creationId xmlns:p14="http://schemas.microsoft.com/office/powerpoint/2010/main" val="161443955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DEF8CD-0C41-1E12-9968-025BFEFE9C54}"/>
              </a:ext>
            </a:extLst>
          </p:cNvPr>
          <p:cNvSpPr txBox="1"/>
          <p:nvPr/>
        </p:nvSpPr>
        <p:spPr>
          <a:xfrm>
            <a:off x="613775" y="576935"/>
            <a:ext cx="9645041" cy="999633"/>
          </a:xfrm>
          <a:prstGeom prst="rect">
            <a:avLst/>
          </a:prstGeom>
          <a:noFill/>
        </p:spPr>
        <p:txBody>
          <a:bodyPr wrap="square">
            <a:spAutoFit/>
          </a:bodyPr>
          <a:lstStyle/>
          <a:p>
            <a:pPr marL="285750" indent="-285750" algn="l">
              <a:lnSpc>
                <a:spcPts val="2400"/>
              </a:lnSpc>
              <a:buFont typeface="Arial" panose="020B0604020202020204" pitchFamily="34" charset="0"/>
              <a:buChar char="•"/>
            </a:pPr>
            <a:r>
              <a:rPr lang="en-IN" b="1" i="0" dirty="0">
                <a:solidFill>
                  <a:srgbClr val="242424"/>
                </a:solidFill>
                <a:effectLst/>
              </a:rPr>
              <a:t>Intent</a:t>
            </a:r>
            <a:r>
              <a:rPr lang="en-IN" b="0" i="0" dirty="0">
                <a:solidFill>
                  <a:srgbClr val="242424"/>
                </a:solidFill>
                <a:effectLst/>
              </a:rPr>
              <a:t> is a messaging object used to request an action from another app component, like opening a new activity, sending data, or starting a service.</a:t>
            </a:r>
          </a:p>
          <a:p>
            <a:pPr marL="285750" indent="-285750" algn="l">
              <a:lnSpc>
                <a:spcPts val="2400"/>
              </a:lnSpc>
              <a:buFont typeface="Arial" panose="020B0604020202020204" pitchFamily="34" charset="0"/>
              <a:buChar char="•"/>
            </a:pPr>
            <a:r>
              <a:rPr lang="en-IN" b="0" i="0" dirty="0">
                <a:solidFill>
                  <a:srgbClr val="242424"/>
                </a:solidFill>
                <a:effectLst/>
              </a:rPr>
              <a:t>It </a:t>
            </a:r>
            <a:r>
              <a:rPr lang="en-IN" b="1" i="0" dirty="0">
                <a:solidFill>
                  <a:srgbClr val="242424"/>
                </a:solidFill>
                <a:effectLst/>
              </a:rPr>
              <a:t>facilitates communication </a:t>
            </a:r>
            <a:r>
              <a:rPr lang="en-IN" b="0" i="0" dirty="0">
                <a:solidFill>
                  <a:srgbClr val="242424"/>
                </a:solidFill>
                <a:effectLst/>
              </a:rPr>
              <a:t>between different parts of an app or between different apps.</a:t>
            </a:r>
          </a:p>
        </p:txBody>
      </p:sp>
      <p:sp>
        <p:nvSpPr>
          <p:cNvPr id="6" name="TextBox 5">
            <a:extLst>
              <a:ext uri="{FF2B5EF4-FFF2-40B4-BE49-F238E27FC236}">
                <a16:creationId xmlns:a16="http://schemas.microsoft.com/office/drawing/2014/main" id="{895C1FB3-0EFB-0C00-6EFA-F24256925977}"/>
              </a:ext>
            </a:extLst>
          </p:cNvPr>
          <p:cNvSpPr txBox="1"/>
          <p:nvPr/>
        </p:nvSpPr>
        <p:spPr>
          <a:xfrm>
            <a:off x="3638603" y="1738707"/>
            <a:ext cx="3189335" cy="584775"/>
          </a:xfrm>
          <a:prstGeom prst="rect">
            <a:avLst/>
          </a:prstGeom>
          <a:noFill/>
        </p:spPr>
        <p:txBody>
          <a:bodyPr wrap="none" rtlCol="0">
            <a:spAutoFit/>
          </a:bodyPr>
          <a:lstStyle/>
          <a:p>
            <a:r>
              <a:rPr lang="en-US" sz="3200" b="1" dirty="0"/>
              <a:t>Types Of Intents</a:t>
            </a:r>
          </a:p>
        </p:txBody>
      </p:sp>
      <p:cxnSp>
        <p:nvCxnSpPr>
          <p:cNvPr id="8" name="Straight Connector 7">
            <a:extLst>
              <a:ext uri="{FF2B5EF4-FFF2-40B4-BE49-F238E27FC236}">
                <a16:creationId xmlns:a16="http://schemas.microsoft.com/office/drawing/2014/main" id="{206311B0-B34D-2F87-F2E4-F03895DF2FA1}"/>
              </a:ext>
            </a:extLst>
          </p:cNvPr>
          <p:cNvCxnSpPr>
            <a:cxnSpLocks/>
          </p:cNvCxnSpPr>
          <p:nvPr/>
        </p:nvCxnSpPr>
        <p:spPr>
          <a:xfrm>
            <a:off x="1941534" y="2354895"/>
            <a:ext cx="72818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7B2C0B6-5C32-F5A2-97A6-8B155AEA802F}"/>
              </a:ext>
            </a:extLst>
          </p:cNvPr>
          <p:cNvCxnSpPr/>
          <p:nvPr/>
        </p:nvCxnSpPr>
        <p:spPr>
          <a:xfrm>
            <a:off x="1941534" y="2342369"/>
            <a:ext cx="0" cy="585591"/>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BA0D360-59A9-50D6-2157-877E1A6B49FB}"/>
              </a:ext>
            </a:extLst>
          </p:cNvPr>
          <p:cNvCxnSpPr/>
          <p:nvPr/>
        </p:nvCxnSpPr>
        <p:spPr>
          <a:xfrm>
            <a:off x="9219155" y="2342369"/>
            <a:ext cx="0" cy="585591"/>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3B62FD1E-D315-CF6E-B1DA-59579EC81114}"/>
              </a:ext>
            </a:extLst>
          </p:cNvPr>
          <p:cNvSpPr txBox="1"/>
          <p:nvPr/>
        </p:nvSpPr>
        <p:spPr>
          <a:xfrm>
            <a:off x="1108555" y="2940487"/>
            <a:ext cx="1759906" cy="369332"/>
          </a:xfrm>
          <a:prstGeom prst="rect">
            <a:avLst/>
          </a:prstGeom>
          <a:noFill/>
        </p:spPr>
        <p:txBody>
          <a:bodyPr wrap="square">
            <a:spAutoFit/>
          </a:bodyPr>
          <a:lstStyle/>
          <a:p>
            <a:r>
              <a:rPr lang="en-US" b="1" dirty="0"/>
              <a:t>Explicit</a:t>
            </a:r>
            <a:r>
              <a:rPr lang="en-US" sz="1800" b="1" dirty="0"/>
              <a:t> Intents</a:t>
            </a:r>
          </a:p>
        </p:txBody>
      </p:sp>
      <p:sp>
        <p:nvSpPr>
          <p:cNvPr id="17" name="TextBox 16">
            <a:extLst>
              <a:ext uri="{FF2B5EF4-FFF2-40B4-BE49-F238E27FC236}">
                <a16:creationId xmlns:a16="http://schemas.microsoft.com/office/drawing/2014/main" id="{D3A52276-970B-47FA-5383-84047ECD9A0B}"/>
              </a:ext>
            </a:extLst>
          </p:cNvPr>
          <p:cNvSpPr txBox="1"/>
          <p:nvPr/>
        </p:nvSpPr>
        <p:spPr>
          <a:xfrm>
            <a:off x="8276571" y="2927961"/>
            <a:ext cx="1806871" cy="369332"/>
          </a:xfrm>
          <a:prstGeom prst="rect">
            <a:avLst/>
          </a:prstGeom>
          <a:noFill/>
        </p:spPr>
        <p:txBody>
          <a:bodyPr wrap="square">
            <a:spAutoFit/>
          </a:bodyPr>
          <a:lstStyle/>
          <a:p>
            <a:r>
              <a:rPr lang="en-US" sz="1800" b="1" dirty="0"/>
              <a:t>Implicit Intents</a:t>
            </a:r>
          </a:p>
        </p:txBody>
      </p:sp>
      <p:sp>
        <p:nvSpPr>
          <p:cNvPr id="19" name="TextBox 18">
            <a:extLst>
              <a:ext uri="{FF2B5EF4-FFF2-40B4-BE49-F238E27FC236}">
                <a16:creationId xmlns:a16="http://schemas.microsoft.com/office/drawing/2014/main" id="{88F4C601-100E-A99F-3AF9-B3DBE109032D}"/>
              </a:ext>
            </a:extLst>
          </p:cNvPr>
          <p:cNvSpPr txBox="1"/>
          <p:nvPr/>
        </p:nvSpPr>
        <p:spPr>
          <a:xfrm>
            <a:off x="187891" y="3386777"/>
            <a:ext cx="5227530" cy="830997"/>
          </a:xfrm>
          <a:prstGeom prst="rect">
            <a:avLst/>
          </a:prstGeom>
          <a:noFill/>
        </p:spPr>
        <p:txBody>
          <a:bodyPr wrap="square">
            <a:spAutoFit/>
          </a:bodyPr>
          <a:lstStyle/>
          <a:p>
            <a:r>
              <a:rPr lang="en-IN" sz="1600" dirty="0"/>
              <a:t>An </a:t>
            </a:r>
            <a:r>
              <a:rPr lang="en-IN" sz="1600" b="1" dirty="0"/>
              <a:t>explicit intent</a:t>
            </a:r>
            <a:r>
              <a:rPr lang="en-IN" sz="1600" dirty="0"/>
              <a:t> clearly tells Android </a:t>
            </a:r>
            <a:r>
              <a:rPr lang="en-IN" sz="1600" b="1" dirty="0"/>
              <a:t>which </a:t>
            </a:r>
            <a:r>
              <a:rPr lang="en-IN" sz="1600" b="1" dirty="0">
                <a:solidFill>
                  <a:srgbClr val="FF0000"/>
                </a:solidFill>
              </a:rPr>
              <a:t>exact component </a:t>
            </a:r>
            <a:r>
              <a:rPr lang="en-IN" sz="1600" b="1" dirty="0"/>
              <a:t>(Activity, Service, etc.) to start. </a:t>
            </a:r>
            <a:r>
              <a:rPr lang="en-IN" sz="1600" dirty="0"/>
              <a:t>👉  You use it when you're starting </a:t>
            </a:r>
            <a:r>
              <a:rPr lang="en-IN" sz="1600" b="1" dirty="0"/>
              <a:t>something inside your own app</a:t>
            </a:r>
            <a:r>
              <a:rPr lang="en-IN" sz="1600" dirty="0"/>
              <a:t>.</a:t>
            </a:r>
          </a:p>
        </p:txBody>
      </p:sp>
      <p:sp>
        <p:nvSpPr>
          <p:cNvPr id="20" name="TextBox 19">
            <a:extLst>
              <a:ext uri="{FF2B5EF4-FFF2-40B4-BE49-F238E27FC236}">
                <a16:creationId xmlns:a16="http://schemas.microsoft.com/office/drawing/2014/main" id="{A81DD09D-B5F5-526A-7BA6-94C36DA35833}"/>
              </a:ext>
            </a:extLst>
          </p:cNvPr>
          <p:cNvSpPr txBox="1"/>
          <p:nvPr/>
        </p:nvSpPr>
        <p:spPr>
          <a:xfrm>
            <a:off x="6212910" y="3332665"/>
            <a:ext cx="5675433" cy="1323439"/>
          </a:xfrm>
          <a:prstGeom prst="rect">
            <a:avLst/>
          </a:prstGeom>
          <a:noFill/>
        </p:spPr>
        <p:txBody>
          <a:bodyPr wrap="square">
            <a:spAutoFit/>
          </a:bodyPr>
          <a:lstStyle/>
          <a:p>
            <a:r>
              <a:rPr lang="en-IN" sz="1600" dirty="0"/>
              <a:t>An </a:t>
            </a:r>
            <a:r>
              <a:rPr lang="en-IN" sz="1600" b="1" dirty="0"/>
              <a:t>implicit intent</a:t>
            </a:r>
            <a:r>
              <a:rPr lang="en-IN" sz="1600" dirty="0"/>
              <a:t> does </a:t>
            </a:r>
            <a:r>
              <a:rPr lang="en-IN" sz="1600" b="1" dirty="0"/>
              <a:t>not say the exact component</a:t>
            </a:r>
            <a:r>
              <a:rPr lang="en-IN" sz="1600" dirty="0"/>
              <a:t>.</a:t>
            </a:r>
            <a:br>
              <a:rPr lang="en-IN" sz="1600" dirty="0"/>
            </a:br>
            <a:r>
              <a:rPr lang="en-IN" sz="1600" dirty="0"/>
              <a:t>Instead, it says:</a:t>
            </a:r>
            <a:br>
              <a:rPr lang="en-IN" sz="1600" dirty="0"/>
            </a:br>
            <a:r>
              <a:rPr lang="en-IN" sz="1600" b="1" dirty="0"/>
              <a:t>"</a:t>
            </a:r>
            <a:r>
              <a:rPr lang="en-IN" sz="1600" b="1" dirty="0">
                <a:solidFill>
                  <a:srgbClr val="FF0000"/>
                </a:solidFill>
              </a:rPr>
              <a:t>I want to do this action – find an app that can handle it."</a:t>
            </a:r>
            <a:endParaRPr lang="en-IN" sz="1600" dirty="0">
              <a:solidFill>
                <a:srgbClr val="FF0000"/>
              </a:solidFill>
            </a:endParaRPr>
          </a:p>
          <a:p>
            <a:r>
              <a:rPr lang="en-IN" sz="1600" dirty="0"/>
              <a:t>👉 Android searches for apps that can perform that action.</a:t>
            </a:r>
          </a:p>
          <a:p>
            <a:endParaRPr lang="en-IN" sz="1600" dirty="0"/>
          </a:p>
        </p:txBody>
      </p:sp>
      <p:sp>
        <p:nvSpPr>
          <p:cNvPr id="22" name="TextBox 21">
            <a:extLst>
              <a:ext uri="{FF2B5EF4-FFF2-40B4-BE49-F238E27FC236}">
                <a16:creationId xmlns:a16="http://schemas.microsoft.com/office/drawing/2014/main" id="{E90247E4-5B1B-F709-216B-85F023AEDE74}"/>
              </a:ext>
            </a:extLst>
          </p:cNvPr>
          <p:cNvSpPr txBox="1"/>
          <p:nvPr/>
        </p:nvSpPr>
        <p:spPr>
          <a:xfrm>
            <a:off x="202553" y="4314871"/>
            <a:ext cx="5329825" cy="1815882"/>
          </a:xfrm>
          <a:prstGeom prst="rect">
            <a:avLst/>
          </a:prstGeom>
          <a:noFill/>
        </p:spPr>
        <p:txBody>
          <a:bodyPr wrap="square">
            <a:spAutoFit/>
          </a:bodyPr>
          <a:lstStyle/>
          <a:p>
            <a:pPr>
              <a:buNone/>
            </a:pPr>
            <a:r>
              <a:rPr lang="en-IN" sz="1600" b="1" dirty="0"/>
              <a:t>Example: Start another screen in the same app</a:t>
            </a:r>
          </a:p>
          <a:p>
            <a:pPr>
              <a:buNone/>
            </a:pPr>
            <a:endParaRPr lang="en-IN" sz="1600" b="1" dirty="0"/>
          </a:p>
          <a:p>
            <a:pPr rtl="0"/>
            <a:r>
              <a:rPr lang="en-IN" sz="1600" dirty="0"/>
              <a:t>Intent intent = new Intent(this, </a:t>
            </a:r>
            <a:r>
              <a:rPr lang="en-IN" sz="1600" b="1" dirty="0" err="1">
                <a:solidFill>
                  <a:schemeClr val="accent5"/>
                </a:solidFill>
              </a:rPr>
              <a:t>ProfileActivity.class</a:t>
            </a:r>
            <a:r>
              <a:rPr lang="en-IN" sz="1600" dirty="0"/>
              <a:t>); </a:t>
            </a:r>
            <a:r>
              <a:rPr lang="en-IN" sz="1600" dirty="0" err="1"/>
              <a:t>startActivity</a:t>
            </a:r>
            <a:r>
              <a:rPr lang="en-IN" sz="1600" dirty="0"/>
              <a:t>(intent);</a:t>
            </a:r>
          </a:p>
          <a:p>
            <a:pPr rtl="0"/>
            <a:endParaRPr lang="en-IN" sz="1600" dirty="0"/>
          </a:p>
          <a:p>
            <a:r>
              <a:rPr lang="en-IN" sz="1600" dirty="0"/>
              <a:t>This tells Android:</a:t>
            </a:r>
            <a:br>
              <a:rPr lang="en-IN" sz="1600" dirty="0"/>
            </a:br>
            <a:r>
              <a:rPr lang="en-IN" sz="1600" b="1" dirty="0"/>
              <a:t>"Open the </a:t>
            </a:r>
            <a:r>
              <a:rPr lang="en-IN" sz="1600" b="1" dirty="0" err="1"/>
              <a:t>ProfileActivity</a:t>
            </a:r>
            <a:r>
              <a:rPr lang="en-IN" sz="1600" b="1" dirty="0"/>
              <a:t> screen in this app."</a:t>
            </a:r>
            <a:endParaRPr lang="en-IN" sz="1600" dirty="0"/>
          </a:p>
        </p:txBody>
      </p:sp>
      <p:sp>
        <p:nvSpPr>
          <p:cNvPr id="25" name="TextBox 24">
            <a:extLst>
              <a:ext uri="{FF2B5EF4-FFF2-40B4-BE49-F238E27FC236}">
                <a16:creationId xmlns:a16="http://schemas.microsoft.com/office/drawing/2014/main" id="{03E9D67E-4AFD-168E-5693-A6CD29858C2F}"/>
              </a:ext>
            </a:extLst>
          </p:cNvPr>
          <p:cNvSpPr txBox="1"/>
          <p:nvPr/>
        </p:nvSpPr>
        <p:spPr>
          <a:xfrm>
            <a:off x="6196256" y="4427197"/>
            <a:ext cx="6442652" cy="2554545"/>
          </a:xfrm>
          <a:prstGeom prst="rect">
            <a:avLst/>
          </a:prstGeom>
          <a:noFill/>
        </p:spPr>
        <p:txBody>
          <a:bodyPr wrap="square">
            <a:spAutoFit/>
          </a:bodyPr>
          <a:lstStyle/>
          <a:p>
            <a:r>
              <a:rPr lang="en-IN" sz="1600" b="1" dirty="0"/>
              <a:t>Example: Open a website in any browser</a:t>
            </a:r>
          </a:p>
          <a:p>
            <a:endParaRPr lang="en-IN" sz="1600" dirty="0"/>
          </a:p>
          <a:p>
            <a:r>
              <a:rPr lang="en-IN" sz="1600" dirty="0"/>
              <a:t>Intent intent = new Intent(</a:t>
            </a:r>
            <a:r>
              <a:rPr lang="en-IN" sz="1600" dirty="0" err="1"/>
              <a:t>Intent.ACTION_VIEW</a:t>
            </a:r>
            <a:r>
              <a:rPr lang="en-IN" sz="1600" dirty="0"/>
              <a:t>); </a:t>
            </a:r>
            <a:r>
              <a:rPr lang="en-IN" sz="1600" dirty="0" err="1"/>
              <a:t>intent.setData</a:t>
            </a:r>
            <a:r>
              <a:rPr lang="en-IN" sz="1600" dirty="0"/>
              <a:t>(</a:t>
            </a:r>
            <a:r>
              <a:rPr lang="en-IN" sz="1600" dirty="0" err="1"/>
              <a:t>Uri.parse</a:t>
            </a:r>
            <a:r>
              <a:rPr lang="en-IN" sz="1600" dirty="0"/>
              <a:t>("</a:t>
            </a:r>
            <a:r>
              <a:rPr lang="en-IN" sz="1600" b="1" dirty="0">
                <a:solidFill>
                  <a:schemeClr val="accent5"/>
                </a:solidFill>
              </a:rPr>
              <a:t>https://</a:t>
            </a:r>
            <a:r>
              <a:rPr lang="en-IN" sz="1600" b="1" dirty="0" err="1">
                <a:solidFill>
                  <a:schemeClr val="accent5"/>
                </a:solidFill>
              </a:rPr>
              <a:t>www.google.com</a:t>
            </a:r>
            <a:r>
              <a:rPr lang="en-IN" sz="1600" dirty="0"/>
              <a:t>")); </a:t>
            </a:r>
            <a:r>
              <a:rPr lang="en-IN" sz="1600" dirty="0" err="1"/>
              <a:t>startActivity</a:t>
            </a:r>
            <a:r>
              <a:rPr lang="en-IN" sz="1600" dirty="0"/>
              <a:t>(intent); </a:t>
            </a:r>
          </a:p>
          <a:p>
            <a:endParaRPr lang="en-IN" sz="1600" dirty="0"/>
          </a:p>
          <a:p>
            <a:r>
              <a:rPr lang="en-IN" sz="1600" dirty="0"/>
              <a:t>This tells Android:</a:t>
            </a:r>
            <a:br>
              <a:rPr lang="en-IN" sz="1600" dirty="0"/>
            </a:br>
            <a:r>
              <a:rPr lang="en-IN" sz="1600" b="1" dirty="0"/>
              <a:t>"I want to view this website – you choose which app (Chrome, Firefox, etc.)."</a:t>
            </a:r>
            <a:endParaRPr lang="en-IN" sz="1600" dirty="0"/>
          </a:p>
          <a:p>
            <a:pPr>
              <a:buNone/>
            </a:pPr>
            <a:endParaRPr lang="en-IN" sz="1600" dirty="0"/>
          </a:p>
        </p:txBody>
      </p:sp>
      <p:pic>
        <p:nvPicPr>
          <p:cNvPr id="2" name="Picture 1" descr="A blue background with white text&#10;&#10;AI-generated content may be incorrect.">
            <a:extLst>
              <a:ext uri="{FF2B5EF4-FFF2-40B4-BE49-F238E27FC236}">
                <a16:creationId xmlns:a16="http://schemas.microsoft.com/office/drawing/2014/main" id="{4D01567B-99E1-8BD2-B737-4D7A25CAB0A9}"/>
              </a:ext>
            </a:extLst>
          </p:cNvPr>
          <p:cNvPicPr>
            <a:picLocks noChangeAspect="1"/>
          </p:cNvPicPr>
          <p:nvPr/>
        </p:nvPicPr>
        <p:blipFill>
          <a:blip r:embed="rId2"/>
          <a:stretch>
            <a:fillRect/>
          </a:stretch>
        </p:blipFill>
        <p:spPr>
          <a:xfrm>
            <a:off x="10610476" y="0"/>
            <a:ext cx="1581524" cy="705050"/>
          </a:xfrm>
          <a:prstGeom prst="rect">
            <a:avLst/>
          </a:prstGeom>
        </p:spPr>
      </p:pic>
    </p:spTree>
    <p:extLst>
      <p:ext uri="{BB962C8B-B14F-4D97-AF65-F5344CB8AC3E}">
        <p14:creationId xmlns:p14="http://schemas.microsoft.com/office/powerpoint/2010/main" val="244667000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51EC8C-E1B8-6521-666E-40929D6A2F39}"/>
              </a:ext>
            </a:extLst>
          </p:cNvPr>
          <p:cNvSpPr txBox="1"/>
          <p:nvPr/>
        </p:nvSpPr>
        <p:spPr>
          <a:xfrm>
            <a:off x="3607496" y="947055"/>
            <a:ext cx="4354205" cy="646331"/>
          </a:xfrm>
          <a:prstGeom prst="rect">
            <a:avLst/>
          </a:prstGeom>
          <a:noFill/>
        </p:spPr>
        <p:txBody>
          <a:bodyPr wrap="none" rtlCol="0">
            <a:spAutoFit/>
          </a:bodyPr>
          <a:lstStyle/>
          <a:p>
            <a:r>
              <a:rPr lang="en-US" sz="3600" b="1" dirty="0"/>
              <a:t>Data Flow In Intents</a:t>
            </a:r>
          </a:p>
        </p:txBody>
      </p:sp>
      <p:sp>
        <p:nvSpPr>
          <p:cNvPr id="5" name="TextBox 4">
            <a:extLst>
              <a:ext uri="{FF2B5EF4-FFF2-40B4-BE49-F238E27FC236}">
                <a16:creationId xmlns:a16="http://schemas.microsoft.com/office/drawing/2014/main" id="{D42CB638-A487-4213-9ED7-654BC051B919}"/>
              </a:ext>
            </a:extLst>
          </p:cNvPr>
          <p:cNvSpPr txBox="1"/>
          <p:nvPr/>
        </p:nvSpPr>
        <p:spPr>
          <a:xfrm>
            <a:off x="256783" y="2529193"/>
            <a:ext cx="5990569" cy="1938992"/>
          </a:xfrm>
          <a:prstGeom prst="rect">
            <a:avLst/>
          </a:prstGeom>
          <a:noFill/>
        </p:spPr>
        <p:txBody>
          <a:bodyPr wrap="square">
            <a:spAutoFit/>
          </a:bodyPr>
          <a:lstStyle/>
          <a:p>
            <a:pPr algn="l">
              <a:lnSpc>
                <a:spcPts val="2400"/>
              </a:lnSpc>
            </a:pPr>
            <a:r>
              <a:rPr lang="en-IN" b="1" i="0" dirty="0">
                <a:solidFill>
                  <a:srgbClr val="242424"/>
                </a:solidFill>
                <a:effectLst/>
              </a:rPr>
              <a:t>Sending Data</a:t>
            </a:r>
            <a:r>
              <a:rPr lang="en-IN" b="0" i="0" dirty="0">
                <a:solidFill>
                  <a:srgbClr val="242424"/>
                </a:solidFill>
                <a:effectLst/>
              </a:rPr>
              <a:t> (from </a:t>
            </a:r>
            <a:r>
              <a:rPr lang="en-IN" b="0" i="0" dirty="0" err="1">
                <a:solidFill>
                  <a:srgbClr val="242424"/>
                </a:solidFill>
                <a:effectLst/>
              </a:rPr>
              <a:t>MainActivity</a:t>
            </a:r>
            <a:r>
              <a:rPr lang="en-IN" b="0" i="0" dirty="0">
                <a:solidFill>
                  <a:srgbClr val="242424"/>
                </a:solidFill>
                <a:effectLst/>
              </a:rPr>
              <a:t> to </a:t>
            </a:r>
            <a:r>
              <a:rPr lang="en-IN" b="0" i="0" dirty="0" err="1">
                <a:solidFill>
                  <a:srgbClr val="242424"/>
                </a:solidFill>
                <a:effectLst/>
              </a:rPr>
              <a:t>SecondActivity</a:t>
            </a:r>
            <a:r>
              <a:rPr lang="en-IN" b="0" i="0" dirty="0">
                <a:solidFill>
                  <a:srgbClr val="242424"/>
                </a:solidFill>
                <a:effectLst/>
              </a:rPr>
              <a:t>):</a:t>
            </a:r>
          </a:p>
          <a:p>
            <a:pPr algn="l">
              <a:lnSpc>
                <a:spcPts val="2400"/>
              </a:lnSpc>
              <a:buFont typeface="Arial" panose="020B0604020202020204" pitchFamily="34" charset="0"/>
              <a:buChar char="•"/>
            </a:pPr>
            <a:endParaRPr lang="en-IN" dirty="0">
              <a:solidFill>
                <a:srgbClr val="242424"/>
              </a:solidFill>
            </a:endParaRPr>
          </a:p>
          <a:p>
            <a:pPr>
              <a:lnSpc>
                <a:spcPts val="2400"/>
              </a:lnSpc>
            </a:pPr>
            <a:r>
              <a:rPr lang="en-IN" dirty="0">
                <a:solidFill>
                  <a:srgbClr val="7030A0"/>
                </a:solidFill>
              </a:rPr>
              <a:t>Intent</a:t>
            </a:r>
            <a:r>
              <a:rPr lang="en-IN" dirty="0"/>
              <a:t> </a:t>
            </a:r>
            <a:r>
              <a:rPr lang="en-IN" dirty="0">
                <a:solidFill>
                  <a:srgbClr val="92D050"/>
                </a:solidFill>
              </a:rPr>
              <a:t>intent </a:t>
            </a:r>
            <a:r>
              <a:rPr lang="en-IN" dirty="0"/>
              <a:t>= </a:t>
            </a:r>
            <a:r>
              <a:rPr lang="en-IN" dirty="0">
                <a:solidFill>
                  <a:schemeClr val="accent5">
                    <a:lumMod val="60000"/>
                    <a:lumOff val="40000"/>
                  </a:schemeClr>
                </a:solidFill>
              </a:rPr>
              <a:t>new</a:t>
            </a:r>
            <a:r>
              <a:rPr lang="en-IN" dirty="0"/>
              <a:t> Intent(</a:t>
            </a:r>
            <a:r>
              <a:rPr lang="en-IN" dirty="0" err="1"/>
              <a:t>MainActivity.this</a:t>
            </a:r>
            <a:r>
              <a:rPr lang="en-IN" dirty="0"/>
              <a:t>, </a:t>
            </a:r>
            <a:r>
              <a:rPr lang="en-IN" dirty="0" err="1"/>
              <a:t>SecondActivity.class</a:t>
            </a:r>
            <a:r>
              <a:rPr lang="en-IN" dirty="0"/>
              <a:t>);</a:t>
            </a:r>
            <a:br>
              <a:rPr lang="en-IN" dirty="0"/>
            </a:br>
            <a:r>
              <a:rPr lang="en-IN" dirty="0" err="1"/>
              <a:t>intent.putExtra</a:t>
            </a:r>
            <a:r>
              <a:rPr lang="en-IN" dirty="0"/>
              <a:t>("</a:t>
            </a:r>
            <a:r>
              <a:rPr lang="en-IN" dirty="0" err="1">
                <a:solidFill>
                  <a:srgbClr val="FF0000"/>
                </a:solidFill>
              </a:rPr>
              <a:t>userName</a:t>
            </a:r>
            <a:r>
              <a:rPr lang="en-IN" dirty="0"/>
              <a:t>", ”</a:t>
            </a:r>
            <a:r>
              <a:rPr lang="en-IN" dirty="0">
                <a:solidFill>
                  <a:srgbClr val="FF0000"/>
                </a:solidFill>
              </a:rPr>
              <a:t>Pooja</a:t>
            </a:r>
            <a:r>
              <a:rPr lang="en-IN" dirty="0"/>
              <a:t>");</a:t>
            </a:r>
            <a:br>
              <a:rPr lang="en-IN" dirty="0"/>
            </a:br>
            <a:r>
              <a:rPr lang="en-IN" dirty="0" err="1"/>
              <a:t>startActivity</a:t>
            </a:r>
            <a:r>
              <a:rPr lang="en-IN" dirty="0"/>
              <a:t>(intent);</a:t>
            </a:r>
            <a:endParaRPr lang="en-US" dirty="0"/>
          </a:p>
        </p:txBody>
      </p:sp>
      <p:sp>
        <p:nvSpPr>
          <p:cNvPr id="7" name="TextBox 6">
            <a:extLst>
              <a:ext uri="{FF2B5EF4-FFF2-40B4-BE49-F238E27FC236}">
                <a16:creationId xmlns:a16="http://schemas.microsoft.com/office/drawing/2014/main" id="{A9F3F9E4-6268-8445-1B23-7FB2CA09A03F}"/>
              </a:ext>
            </a:extLst>
          </p:cNvPr>
          <p:cNvSpPr txBox="1"/>
          <p:nvPr/>
        </p:nvSpPr>
        <p:spPr>
          <a:xfrm>
            <a:off x="6246153" y="2529193"/>
            <a:ext cx="6544851" cy="2202975"/>
          </a:xfrm>
          <a:prstGeom prst="rect">
            <a:avLst/>
          </a:prstGeom>
          <a:noFill/>
        </p:spPr>
        <p:txBody>
          <a:bodyPr wrap="square">
            <a:spAutoFit/>
          </a:bodyPr>
          <a:lstStyle/>
          <a:p>
            <a:r>
              <a:rPr lang="en-IN" b="1" dirty="0"/>
              <a:t>Receiving Data</a:t>
            </a:r>
            <a:r>
              <a:rPr lang="en-IN" dirty="0"/>
              <a:t> (in </a:t>
            </a:r>
            <a:r>
              <a:rPr lang="en-IN" dirty="0" err="1"/>
              <a:t>SecondActivity</a:t>
            </a:r>
            <a:r>
              <a:rPr lang="en-IN" dirty="0"/>
              <a:t>):</a:t>
            </a:r>
          </a:p>
          <a:p>
            <a:pPr>
              <a:lnSpc>
                <a:spcPts val="2400"/>
              </a:lnSpc>
            </a:pPr>
            <a:br>
              <a:rPr lang="en-IN" dirty="0"/>
            </a:br>
            <a:r>
              <a:rPr lang="en-IN" dirty="0">
                <a:solidFill>
                  <a:srgbClr val="7030A0"/>
                </a:solidFill>
              </a:rPr>
              <a:t>Intent</a:t>
            </a:r>
            <a:r>
              <a:rPr lang="en-IN" dirty="0"/>
              <a:t> </a:t>
            </a:r>
            <a:r>
              <a:rPr lang="en-IN" dirty="0">
                <a:solidFill>
                  <a:schemeClr val="accent1">
                    <a:lumMod val="75000"/>
                  </a:schemeClr>
                </a:solidFill>
              </a:rPr>
              <a:t>intent</a:t>
            </a:r>
            <a:r>
              <a:rPr lang="en-IN" dirty="0"/>
              <a:t> = </a:t>
            </a:r>
            <a:r>
              <a:rPr lang="en-IN" dirty="0" err="1"/>
              <a:t>getIntent</a:t>
            </a:r>
            <a:r>
              <a:rPr lang="en-IN" dirty="0"/>
              <a:t>();</a:t>
            </a:r>
            <a:br>
              <a:rPr lang="en-IN" dirty="0"/>
            </a:br>
            <a:r>
              <a:rPr lang="en-IN" dirty="0">
                <a:solidFill>
                  <a:srgbClr val="7030A0"/>
                </a:solidFill>
              </a:rPr>
              <a:t>String</a:t>
            </a:r>
            <a:r>
              <a:rPr lang="en-IN" dirty="0"/>
              <a:t> </a:t>
            </a:r>
            <a:r>
              <a:rPr lang="en-IN" dirty="0" err="1">
                <a:solidFill>
                  <a:schemeClr val="accent1">
                    <a:lumMod val="75000"/>
                  </a:schemeClr>
                </a:solidFill>
              </a:rPr>
              <a:t>userName</a:t>
            </a:r>
            <a:r>
              <a:rPr lang="en-IN" dirty="0"/>
              <a:t> = </a:t>
            </a:r>
            <a:r>
              <a:rPr lang="en-IN" dirty="0" err="1"/>
              <a:t>intent.getStringExtra</a:t>
            </a:r>
            <a:r>
              <a:rPr lang="en-IN" dirty="0"/>
              <a:t>("</a:t>
            </a:r>
            <a:r>
              <a:rPr lang="en-IN" dirty="0" err="1">
                <a:solidFill>
                  <a:srgbClr val="FF0000"/>
                </a:solidFill>
              </a:rPr>
              <a:t>userName</a:t>
            </a:r>
            <a:r>
              <a:rPr lang="en-IN" dirty="0"/>
              <a:t>");</a:t>
            </a:r>
            <a:br>
              <a:rPr lang="en-IN" dirty="0"/>
            </a:br>
            <a:r>
              <a:rPr lang="en-IN" dirty="0">
                <a:solidFill>
                  <a:schemeClr val="accent6"/>
                </a:solidFill>
              </a:rPr>
              <a:t>// Use the received data</a:t>
            </a:r>
            <a:br>
              <a:rPr lang="en-IN" dirty="0"/>
            </a:br>
            <a:br>
              <a:rPr lang="en-IN" dirty="0"/>
            </a:br>
            <a:endParaRPr lang="en-IN" dirty="0">
              <a:solidFill>
                <a:srgbClr val="242424"/>
              </a:solidFill>
            </a:endParaRPr>
          </a:p>
        </p:txBody>
      </p:sp>
      <p:pic>
        <p:nvPicPr>
          <p:cNvPr id="4" name="Picture 3" descr="A blue background with white text&#10;&#10;AI-generated content may be incorrect.">
            <a:extLst>
              <a:ext uri="{FF2B5EF4-FFF2-40B4-BE49-F238E27FC236}">
                <a16:creationId xmlns:a16="http://schemas.microsoft.com/office/drawing/2014/main" id="{A8765E11-E6D4-6D82-FB78-DD67927413D8}"/>
              </a:ext>
            </a:extLst>
          </p:cNvPr>
          <p:cNvPicPr>
            <a:picLocks noChangeAspect="1"/>
          </p:cNvPicPr>
          <p:nvPr/>
        </p:nvPicPr>
        <p:blipFill>
          <a:blip r:embed="rId2"/>
          <a:stretch>
            <a:fillRect/>
          </a:stretch>
        </p:blipFill>
        <p:spPr>
          <a:xfrm>
            <a:off x="10610476" y="0"/>
            <a:ext cx="1581524" cy="705050"/>
          </a:xfrm>
          <a:prstGeom prst="rect">
            <a:avLst/>
          </a:prstGeom>
        </p:spPr>
      </p:pic>
    </p:spTree>
    <p:extLst>
      <p:ext uri="{BB962C8B-B14F-4D97-AF65-F5344CB8AC3E}">
        <p14:creationId xmlns:p14="http://schemas.microsoft.com/office/powerpoint/2010/main" val="22540154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793A5A-A936-D39D-2279-F3941FB5ACF1}"/>
              </a:ext>
            </a:extLst>
          </p:cNvPr>
          <p:cNvSpPr txBox="1"/>
          <p:nvPr/>
        </p:nvSpPr>
        <p:spPr>
          <a:xfrm>
            <a:off x="989845" y="1310309"/>
            <a:ext cx="3399136" cy="769441"/>
          </a:xfrm>
          <a:prstGeom prst="rect">
            <a:avLst/>
          </a:prstGeom>
          <a:noFill/>
        </p:spPr>
        <p:txBody>
          <a:bodyPr wrap="none" rtlCol="0">
            <a:spAutoFit/>
          </a:bodyPr>
          <a:lstStyle/>
          <a:p>
            <a:r>
              <a:rPr lang="en-US" sz="4400" b="1" dirty="0"/>
              <a:t>References: </a:t>
            </a:r>
          </a:p>
        </p:txBody>
      </p:sp>
      <p:sp>
        <p:nvSpPr>
          <p:cNvPr id="4" name="TextBox 3">
            <a:extLst>
              <a:ext uri="{FF2B5EF4-FFF2-40B4-BE49-F238E27FC236}">
                <a16:creationId xmlns:a16="http://schemas.microsoft.com/office/drawing/2014/main" id="{189EBD9D-75B8-7AC7-0C6D-3954381FDDE8}"/>
              </a:ext>
            </a:extLst>
          </p:cNvPr>
          <p:cNvSpPr txBox="1"/>
          <p:nvPr/>
        </p:nvSpPr>
        <p:spPr>
          <a:xfrm>
            <a:off x="989845" y="2217536"/>
            <a:ext cx="10534100" cy="2308324"/>
          </a:xfrm>
          <a:prstGeom prst="rect">
            <a:avLst/>
          </a:prstGeom>
          <a:noFill/>
        </p:spPr>
        <p:txBody>
          <a:bodyPr wrap="square" rtlCol="0">
            <a:spAutoFit/>
          </a:bodyPr>
          <a:lstStyle/>
          <a:p>
            <a:r>
              <a:rPr lang="en-US" sz="2400" dirty="0">
                <a:hlinkClick r:id="rId2"/>
              </a:rPr>
              <a:t>https://app.hextree.io/map/android</a:t>
            </a:r>
            <a:endParaRPr lang="en-US" sz="2400" dirty="0"/>
          </a:p>
          <a:p>
            <a:r>
              <a:rPr lang="en-US" sz="2400" dirty="0">
                <a:hlinkClick r:id="rId3"/>
              </a:rPr>
              <a:t>https://github.com/payatu/BugBazaar</a:t>
            </a:r>
            <a:endParaRPr lang="en-US" sz="2400" dirty="0"/>
          </a:p>
          <a:p>
            <a:r>
              <a:rPr lang="en-US" sz="2400" dirty="0">
                <a:hlinkClick r:id="rId4"/>
              </a:rPr>
              <a:t>https://medium.com/@pujapawar/part4-prerequisite-to-learn-mobile-app-security-testing-2f9345a4ba15</a:t>
            </a:r>
            <a:endParaRPr lang="en-US" sz="2400" dirty="0"/>
          </a:p>
          <a:p>
            <a:r>
              <a:rPr lang="en-US" sz="2400" dirty="0">
                <a:hlinkClick r:id="rId5"/>
              </a:rPr>
              <a:t>https://itsfading.github.io/posts/HexTree</a:t>
            </a:r>
            <a:r>
              <a:rPr lang="en-US" sz="2400">
                <a:hlinkClick r:id="rId5"/>
              </a:rPr>
              <a:t>-Attack-Surface-App-Solutions/</a:t>
            </a:r>
            <a:endParaRPr lang="en-US" sz="2400" dirty="0"/>
          </a:p>
          <a:p>
            <a:r>
              <a:rPr lang="en-US" sz="2400" dirty="0">
                <a:hlinkClick r:id="rId6"/>
              </a:rPr>
              <a:t>https://security.tecno.com/SRC/blogdetail/264?lang=en_US</a:t>
            </a:r>
            <a:endParaRPr lang="en-US" sz="2400" dirty="0"/>
          </a:p>
        </p:txBody>
      </p:sp>
      <p:pic>
        <p:nvPicPr>
          <p:cNvPr id="5" name="Picture 4" descr="A blue background with white text&#10;&#10;AI-generated content may be incorrect.">
            <a:extLst>
              <a:ext uri="{FF2B5EF4-FFF2-40B4-BE49-F238E27FC236}">
                <a16:creationId xmlns:a16="http://schemas.microsoft.com/office/drawing/2014/main" id="{A875A711-4E9B-1E78-4DBD-EB67AF6B64A2}"/>
              </a:ext>
            </a:extLst>
          </p:cNvPr>
          <p:cNvPicPr>
            <a:picLocks noChangeAspect="1"/>
          </p:cNvPicPr>
          <p:nvPr/>
        </p:nvPicPr>
        <p:blipFill>
          <a:blip r:embed="rId7"/>
          <a:stretch>
            <a:fillRect/>
          </a:stretch>
        </p:blipFill>
        <p:spPr>
          <a:xfrm>
            <a:off x="10610476" y="0"/>
            <a:ext cx="1581524" cy="705050"/>
          </a:xfrm>
          <a:prstGeom prst="rect">
            <a:avLst/>
          </a:prstGeom>
        </p:spPr>
      </p:pic>
    </p:spTree>
    <p:extLst>
      <p:ext uri="{BB962C8B-B14F-4D97-AF65-F5344CB8AC3E}">
        <p14:creationId xmlns:p14="http://schemas.microsoft.com/office/powerpoint/2010/main" val="405817794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qr code&#10;&#10;AI-generated content may be incorrect.">
            <a:extLst>
              <a:ext uri="{FF2B5EF4-FFF2-40B4-BE49-F238E27FC236}">
                <a16:creationId xmlns:a16="http://schemas.microsoft.com/office/drawing/2014/main" id="{EA537404-7FA7-A50E-03D7-A55CFC12DCC2}"/>
              </a:ext>
            </a:extLst>
          </p:cNvPr>
          <p:cNvPicPr>
            <a:picLocks noChangeAspect="1"/>
          </p:cNvPicPr>
          <p:nvPr/>
        </p:nvPicPr>
        <p:blipFill>
          <a:blip r:embed="rId2"/>
          <a:stretch>
            <a:fillRect/>
          </a:stretch>
        </p:blipFill>
        <p:spPr>
          <a:xfrm>
            <a:off x="361754" y="504172"/>
            <a:ext cx="4995691" cy="5849655"/>
          </a:xfrm>
          <a:prstGeom prst="rect">
            <a:avLst/>
          </a:prstGeom>
        </p:spPr>
      </p:pic>
      <p:sp>
        <p:nvSpPr>
          <p:cNvPr id="3" name="TextBox 2">
            <a:extLst>
              <a:ext uri="{FF2B5EF4-FFF2-40B4-BE49-F238E27FC236}">
                <a16:creationId xmlns:a16="http://schemas.microsoft.com/office/drawing/2014/main" id="{FE495E89-0405-7CB4-623F-A0095DAE36B0}"/>
              </a:ext>
            </a:extLst>
          </p:cNvPr>
          <p:cNvSpPr txBox="1"/>
          <p:nvPr/>
        </p:nvSpPr>
        <p:spPr>
          <a:xfrm>
            <a:off x="6096000" y="2921167"/>
            <a:ext cx="4457700" cy="1015663"/>
          </a:xfrm>
          <a:prstGeom prst="rect">
            <a:avLst/>
          </a:prstGeom>
          <a:noFill/>
        </p:spPr>
        <p:txBody>
          <a:bodyPr wrap="square" rtlCol="0">
            <a:spAutoFit/>
          </a:bodyPr>
          <a:lstStyle/>
          <a:p>
            <a:r>
              <a:rPr lang="en-US" sz="6000" b="1" dirty="0"/>
              <a:t>Thank You!</a:t>
            </a:r>
          </a:p>
        </p:txBody>
      </p:sp>
      <p:pic>
        <p:nvPicPr>
          <p:cNvPr id="4" name="Picture 3" descr="A blue background with white text&#10;&#10;AI-generated content may be incorrect.">
            <a:extLst>
              <a:ext uri="{FF2B5EF4-FFF2-40B4-BE49-F238E27FC236}">
                <a16:creationId xmlns:a16="http://schemas.microsoft.com/office/drawing/2014/main" id="{8617C473-361E-C9BC-F076-F4A5F7E0123F}"/>
              </a:ext>
            </a:extLst>
          </p:cNvPr>
          <p:cNvPicPr>
            <a:picLocks noChangeAspect="1"/>
          </p:cNvPicPr>
          <p:nvPr/>
        </p:nvPicPr>
        <p:blipFill>
          <a:blip r:embed="rId3"/>
          <a:stretch>
            <a:fillRect/>
          </a:stretch>
        </p:blipFill>
        <p:spPr>
          <a:xfrm>
            <a:off x="10610476" y="0"/>
            <a:ext cx="1581524" cy="705050"/>
          </a:xfrm>
          <a:prstGeom prst="rect">
            <a:avLst/>
          </a:prstGeom>
        </p:spPr>
      </p:pic>
    </p:spTree>
    <p:extLst>
      <p:ext uri="{BB962C8B-B14F-4D97-AF65-F5344CB8AC3E}">
        <p14:creationId xmlns:p14="http://schemas.microsoft.com/office/powerpoint/2010/main" val="3762403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4598</TotalTime>
  <Words>533</Words>
  <Application>Microsoft Macintosh PowerPoint</Application>
  <PresentationFormat>Widescreen</PresentationFormat>
  <Paragraphs>54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Pooja Pawar</dc:creator>
  <cp:lastModifiedBy>Pooja Pawar</cp:lastModifiedBy>
  <cp:revision>1</cp:revision>
  <dcterms:created xsi:type="dcterms:W3CDTF">2025-06-16T07:56:55Z</dcterms:created>
  <dcterms:modified xsi:type="dcterms:W3CDTF">2026-02-20T19:42:41Z</dcterms:modified>
</cp:coreProperties>
</file>