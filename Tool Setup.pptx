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74"/>
  </p:normalViewPr>
  <p:slideViewPr>
    <p:cSldViewPr snapToGrid="0">
      <p:cViewPr varScale="1">
        <p:scale>
          <a:sx n="102" d="100"/>
          <a:sy n="102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083C5-C7D3-CC4A-B530-AE281C7D2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E8C10-158A-3B8D-863D-8CCCDE780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38C7F-552A-06C3-3B40-6D9A11D0B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7103D-1D33-D655-53F1-38F3481D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707DC-5CFE-75D5-261A-7EC69FAB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1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0DD0-E231-A2AE-BE51-E8374689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1DB52-7503-45F8-DFD6-53FF51CBF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9490-B7FB-E759-E07C-17E09B0FB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4AE6D-2295-E870-1314-CD0240A41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F37D7-3CA8-154E-277E-6DA581A20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89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BD306-B09C-EA53-8F9C-B6789A5D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43B5-8D49-196A-43DB-E0436E7BA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73F6B-3BD4-B21F-74CC-0893EC992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A881C-41D4-EA7B-2AC7-A09D473E1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464C-9898-76E6-BD3A-EA2C2BB86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2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E0909-8007-4E5A-94AA-B92F061A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B1416-D0DF-0D11-94EC-AA8BBA52F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D968B-C0F9-459B-CDB9-1082831C7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F73C4-D320-2131-1586-B4B3C302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8B399-8F35-660D-FB2F-45ED6A75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FA425-73AD-3C4C-E489-C3E2ED86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CB47-63FB-6692-33FF-228171776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DE594-DAB9-D6A0-C2C7-CFDCEDC71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C3A1F-C4AD-0056-D811-3066445DB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56653C-8C47-0C4A-71EC-4CF726A95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6D07CB-7346-3327-4527-BDB0441BAA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C5CDF-2447-EC28-EE7F-FD45F32C7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728FC-2B51-6F48-746B-23094844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CFDDE-098E-A2BE-4032-3C0C5A7D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32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CF98-F9EA-631A-7178-D481697C8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16255-550A-1793-FF0B-539F16FF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4F77C-290E-E673-9EAF-F9B42A13E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96CB4-D4CA-0108-1C87-93F595EE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1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D7F708-B8A7-9BAC-2966-04458FCF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9F088-752D-5FF2-0E53-B5183EB8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56BEA-6F11-73BC-0246-84557A39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8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3B3F-294E-74C3-D35B-AD0DBCF4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48C81-B86C-C464-FCDE-857545967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1C255-163E-D526-D31B-600C7BD70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D270E-3051-3F53-9FFB-3B5C5972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F9A45-DDD2-E0F3-833B-954C91FC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DC13B-0F5E-D04E-337E-40821B291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07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CC8E-7ABA-C11F-25B3-6E211DCDC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09C269-C40A-2437-097D-610A15307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86B42-0E1A-560B-4094-0EF48A7B0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52DF1-AE3D-0A70-58D1-6F703FA04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D382E-104E-623A-FF6C-8512EBE9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549D9-6B1F-0204-2C92-23DA0A304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8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A6B7-9137-1882-7F6B-3F4E7DB1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809843-B492-3108-9481-96868F903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C4269-7F22-FDC6-A88E-7FEC3F33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C7F32-19B5-43A3-DBF8-2F8C4CC67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E6595-E8EF-CA63-CD94-9211A0086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4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4DCCAF-EDC1-8DF0-D63F-02B3616E90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7EC6B-7058-75FA-69AD-16BE57802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D92DA-643A-5C1B-7BEF-41FF4A680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BF9F3-2BDF-26BC-A307-9D83D391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8013B-F210-3134-695E-79A389CD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6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82C4A-B69B-0781-9A8E-2C6B4A6B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05B4F-E784-65BB-4966-4FBCC28A9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E287C-B551-0509-43E7-12E28E91B4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B7590-103F-C14B-970E-375E55D7E4D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F5DE9-1EDD-AE0C-8F50-71EA3C449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71797-9D06-324F-D50F-9478F5350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BAC7EA-4219-D94F-9D41-D1C361B5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5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7EDDCA-2D30-6F4B-4460-D0EFC9299619}"/>
              </a:ext>
            </a:extLst>
          </p:cNvPr>
          <p:cNvSpPr txBox="1"/>
          <p:nvPr/>
        </p:nvSpPr>
        <p:spPr>
          <a:xfrm>
            <a:off x="3846286" y="1393371"/>
            <a:ext cx="370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Rooting Emulator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414DC-116B-7653-0061-35CBD7EDDC07}"/>
              </a:ext>
            </a:extLst>
          </p:cNvPr>
          <p:cNvSpPr txBox="1"/>
          <p:nvPr/>
        </p:nvSpPr>
        <p:spPr>
          <a:xfrm>
            <a:off x="3657600" y="2728686"/>
            <a:ext cx="4804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https://8ksec.io/rooting-an-android-emulator-for-mobile-security-testing/</a:t>
            </a:r>
          </a:p>
        </p:txBody>
      </p:sp>
    </p:spTree>
    <p:extLst>
      <p:ext uri="{BB962C8B-B14F-4D97-AF65-F5344CB8AC3E}">
        <p14:creationId xmlns:p14="http://schemas.microsoft.com/office/powerpoint/2010/main" val="1879659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15E38-760B-506F-783F-4245835BDE82}"/>
              </a:ext>
            </a:extLst>
          </p:cNvPr>
          <p:cNvSpPr txBox="1"/>
          <p:nvPr/>
        </p:nvSpPr>
        <p:spPr>
          <a:xfrm>
            <a:off x="645065" y="2031101"/>
            <a:ext cx="4578287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400" b="1" dirty="0"/>
              <a:t>1) Check emulator architecture</a:t>
            </a:r>
            <a:endParaRPr lang="en-US" sz="2400" b="1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highlight>
                  <a:srgbClr val="00FF00"/>
                </a:highlight>
              </a:rPr>
              <a:t>adb</a:t>
            </a:r>
            <a:r>
              <a:rPr lang="en-US" dirty="0">
                <a:highlight>
                  <a:srgbClr val="00FF00"/>
                </a:highlight>
              </a:rPr>
              <a:t> shell </a:t>
            </a:r>
            <a:r>
              <a:rPr lang="en-US" dirty="0" err="1">
                <a:highlight>
                  <a:srgbClr val="00FF00"/>
                </a:highlight>
              </a:rPr>
              <a:t>getprop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>
                <a:highlight>
                  <a:srgbClr val="00FF00"/>
                </a:highlight>
              </a:rPr>
              <a:t>ro.product.cpu.abi</a:t>
            </a:r>
            <a:endParaRPr lang="en-US" dirty="0">
              <a:highlight>
                <a:srgbClr val="00FF00"/>
              </a:highlight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000" b="1" dirty="0"/>
              <a:t>Install Frida tools on your system: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00FF00"/>
                </a:highlight>
              </a:rPr>
              <a:t>pip3 install </a:t>
            </a:r>
            <a:r>
              <a:rPr lang="en-US" dirty="0" err="1">
                <a:highlight>
                  <a:srgbClr val="00FF00"/>
                </a:highlight>
              </a:rPr>
              <a:t>frida</a:t>
            </a:r>
            <a:r>
              <a:rPr lang="en-US" dirty="0">
                <a:highlight>
                  <a:srgbClr val="00FF00"/>
                </a:highlight>
              </a:rPr>
              <a:t>-tools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5A8A18-CB4C-BA12-0C85-C063A444C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539954"/>
              </p:ext>
            </p:extLst>
          </p:nvPr>
        </p:nvGraphicFramePr>
        <p:xfrm>
          <a:off x="5987738" y="1414758"/>
          <a:ext cx="5628019" cy="379561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85614">
                  <a:extLst>
                    <a:ext uri="{9D8B030D-6E8A-4147-A177-3AD203B41FA5}">
                      <a16:colId xmlns:a16="http://schemas.microsoft.com/office/drawing/2014/main" val="2212786467"/>
                    </a:ext>
                  </a:extLst>
                </a:gridCol>
                <a:gridCol w="3742405">
                  <a:extLst>
                    <a:ext uri="{9D8B030D-6E8A-4147-A177-3AD203B41FA5}">
                      <a16:colId xmlns:a16="http://schemas.microsoft.com/office/drawing/2014/main" val="2028974703"/>
                    </a:ext>
                  </a:extLst>
                </a:gridCol>
              </a:tblGrid>
              <a:tr h="64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adb output</a:t>
                      </a:r>
                    </a:p>
                  </a:txBody>
                  <a:tcPr marL="266048" marR="159629" marT="159629" marB="15962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Download this Frida</a:t>
                      </a:r>
                    </a:p>
                  </a:txBody>
                  <a:tcPr marL="266048" marR="159629" marT="159629" marB="1596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143575"/>
                  </a:ext>
                </a:extLst>
              </a:tr>
              <a:tr h="929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x86_64</a:t>
                      </a:r>
                    </a:p>
                  </a:txBody>
                  <a:tcPr marL="266048" marR="159629" marT="159629" marB="15962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frida-server-…-android-x86_64.xz</a:t>
                      </a:r>
                    </a:p>
                  </a:txBody>
                  <a:tcPr marL="266048" marR="159629" marT="159629" marB="1596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397307"/>
                  </a:ext>
                </a:extLst>
              </a:tr>
              <a:tr h="64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x86</a:t>
                      </a:r>
                    </a:p>
                  </a:txBody>
                  <a:tcPr marL="266048" marR="159629" marT="159629" marB="15962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frida-server-…-android-x86.xz</a:t>
                      </a:r>
                    </a:p>
                  </a:txBody>
                  <a:tcPr marL="266048" marR="159629" marT="159629" marB="1596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593415"/>
                  </a:ext>
                </a:extLst>
              </a:tr>
              <a:tr h="929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arm64-v8a</a:t>
                      </a:r>
                    </a:p>
                  </a:txBody>
                  <a:tcPr marL="266048" marR="159629" marT="159629" marB="15962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frida-server-…-android-arm64.xz</a:t>
                      </a:r>
                    </a:p>
                  </a:txBody>
                  <a:tcPr marL="266048" marR="159629" marT="159629" marB="1596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326210"/>
                  </a:ext>
                </a:extLst>
              </a:tr>
              <a:tr h="64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armeabi-v7a</a:t>
                      </a:r>
                    </a:p>
                  </a:txBody>
                  <a:tcPr marL="266048" marR="159629" marT="159629" marB="15962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frida-server-…-android-arm.xz</a:t>
                      </a:r>
                    </a:p>
                  </a:txBody>
                  <a:tcPr marL="266048" marR="159629" marT="159629" marB="1596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48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4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3E250-FA36-93F2-F561-1F258998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DA8445-517D-0EC0-478C-1A24B7647257}"/>
              </a:ext>
            </a:extLst>
          </p:cNvPr>
          <p:cNvSpPr txBox="1"/>
          <p:nvPr/>
        </p:nvSpPr>
        <p:spPr>
          <a:xfrm>
            <a:off x="344441" y="-261162"/>
            <a:ext cx="5542793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400" b="1" dirty="0"/>
              <a:t>2) Extract </a:t>
            </a:r>
            <a:r>
              <a:rPr lang="en-IN" sz="2400" b="1" dirty="0" err="1"/>
              <a:t>frida</a:t>
            </a:r>
            <a:r>
              <a:rPr lang="en-IN" sz="2400" b="1" dirty="0"/>
              <a:t>-server</a:t>
            </a:r>
            <a:endParaRPr lang="en-US" sz="2400" b="1" dirty="0"/>
          </a:p>
          <a:p>
            <a:r>
              <a:rPr lang="en-IN" dirty="0"/>
              <a:t>Go to the folder where you downloaded 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highlight>
                  <a:srgbClr val="00FF00"/>
                </a:highlight>
              </a:rPr>
              <a:t>unxz</a:t>
            </a:r>
            <a:r>
              <a:rPr lang="en-IN" dirty="0">
                <a:highlight>
                  <a:srgbClr val="00FF00"/>
                </a:highlight>
              </a:rPr>
              <a:t> frida-server-17.6.2-android-x86_64.xz</a:t>
            </a:r>
          </a:p>
          <a:p>
            <a:r>
              <a:rPr lang="en-IN" dirty="0"/>
              <a:t>Rename (optional):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ighlight>
                  <a:srgbClr val="00FF00"/>
                </a:highlight>
              </a:rPr>
              <a:t>mv frida-server-17.6.2-android-x86_64 </a:t>
            </a:r>
            <a:r>
              <a:rPr lang="en-IN" dirty="0" err="1">
                <a:highlight>
                  <a:srgbClr val="00FF00"/>
                </a:highlight>
              </a:rPr>
              <a:t>frida</a:t>
            </a:r>
            <a:r>
              <a:rPr lang="en-IN" dirty="0">
                <a:highlight>
                  <a:srgbClr val="00FF00"/>
                </a:highlight>
              </a:rPr>
              <a:t>-server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E6035-7FF4-4B5E-ECB2-37DB9839E7EA}"/>
              </a:ext>
            </a:extLst>
          </p:cNvPr>
          <p:cNvSpPr txBox="1"/>
          <p:nvPr/>
        </p:nvSpPr>
        <p:spPr>
          <a:xfrm>
            <a:off x="6304766" y="-461578"/>
            <a:ext cx="5542793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400" b="1" dirty="0"/>
              <a:t>3) Push Frida into emulator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highlight>
                  <a:srgbClr val="00FF00"/>
                </a:highlight>
              </a:rPr>
              <a:t>adb</a:t>
            </a:r>
            <a:r>
              <a:rPr lang="en-US" dirty="0">
                <a:highlight>
                  <a:srgbClr val="00FF00"/>
                </a:highlight>
              </a:rPr>
              <a:t> root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highlight>
                  <a:srgbClr val="00FF00"/>
                </a:highlight>
              </a:rPr>
              <a:t>adb</a:t>
            </a:r>
            <a:r>
              <a:rPr lang="en-US" dirty="0">
                <a:highlight>
                  <a:srgbClr val="00FF00"/>
                </a:highlight>
              </a:rPr>
              <a:t> remount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highlight>
                  <a:srgbClr val="00FF00"/>
                </a:highlight>
              </a:rPr>
              <a:t>adb</a:t>
            </a:r>
            <a:r>
              <a:rPr lang="en-US" dirty="0">
                <a:highlight>
                  <a:srgbClr val="00FF00"/>
                </a:highlight>
              </a:rPr>
              <a:t> push </a:t>
            </a:r>
            <a:r>
              <a:rPr lang="en-US" dirty="0" err="1">
                <a:highlight>
                  <a:srgbClr val="00FF00"/>
                </a:highlight>
              </a:rPr>
              <a:t>frida</a:t>
            </a:r>
            <a:r>
              <a:rPr lang="en-US" dirty="0">
                <a:highlight>
                  <a:srgbClr val="00FF00"/>
                </a:highlight>
              </a:rPr>
              <a:t>-server /data/local/</a:t>
            </a:r>
            <a:r>
              <a:rPr lang="en-US" dirty="0" err="1">
                <a:highlight>
                  <a:srgbClr val="00FF00"/>
                </a:highlight>
              </a:rPr>
              <a:t>tmp</a:t>
            </a:r>
            <a:r>
              <a:rPr lang="en-US" dirty="0">
                <a:highlight>
                  <a:srgbClr val="00FF00"/>
                </a:highlight>
              </a:rPr>
              <a:t>/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395328-F94D-A31B-39E4-9C8F0EF764A7}"/>
              </a:ext>
            </a:extLst>
          </p:cNvPr>
          <p:cNvSpPr txBox="1"/>
          <p:nvPr/>
        </p:nvSpPr>
        <p:spPr>
          <a:xfrm>
            <a:off x="3672200" y="3807636"/>
            <a:ext cx="5542793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400" b="1" dirty="0"/>
              <a:t>6) Test from your Mac</a:t>
            </a:r>
          </a:p>
          <a:p>
            <a:r>
              <a:rPr lang="en-IN" dirty="0"/>
              <a:t>Open new terminal: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highlight>
                  <a:srgbClr val="00FF00"/>
                </a:highlight>
              </a:rPr>
              <a:t>frida-ps</a:t>
            </a:r>
            <a:r>
              <a:rPr lang="en-IN" dirty="0">
                <a:highlight>
                  <a:srgbClr val="00FF00"/>
                </a:highlight>
              </a:rPr>
              <a:t> -U</a:t>
            </a:r>
          </a:p>
          <a:p>
            <a:r>
              <a:rPr lang="en-IN" dirty="0"/>
              <a:t>If working → you’ll see running apps.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D1BE5-2688-7ED6-471B-8B2D3316400B}"/>
              </a:ext>
            </a:extLst>
          </p:cNvPr>
          <p:cNvSpPr txBox="1"/>
          <p:nvPr/>
        </p:nvSpPr>
        <p:spPr>
          <a:xfrm>
            <a:off x="344440" y="1851248"/>
            <a:ext cx="5542793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400" b="1" dirty="0"/>
              <a:t>4) Give execute permission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highlight>
                  <a:srgbClr val="00FF00"/>
                </a:highlight>
              </a:rPr>
              <a:t>adb</a:t>
            </a:r>
            <a:r>
              <a:rPr lang="en-US" dirty="0">
                <a:highlight>
                  <a:srgbClr val="00FF00"/>
                </a:highlight>
              </a:rPr>
              <a:t> shell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highlight>
                  <a:srgbClr val="00FF00"/>
                </a:highlight>
              </a:rPr>
              <a:t>chmod</a:t>
            </a:r>
            <a:r>
              <a:rPr lang="en-US" dirty="0">
                <a:highlight>
                  <a:srgbClr val="00FF00"/>
                </a:highlight>
              </a:rPr>
              <a:t> +x /data/local/</a:t>
            </a:r>
            <a:r>
              <a:rPr lang="en-US" dirty="0" err="1">
                <a:highlight>
                  <a:srgbClr val="00FF00"/>
                </a:highlight>
              </a:rPr>
              <a:t>tmp</a:t>
            </a:r>
            <a:r>
              <a:rPr lang="en-US" dirty="0">
                <a:highlight>
                  <a:srgbClr val="00FF00"/>
                </a:highlight>
              </a:rPr>
              <a:t>/</a:t>
            </a:r>
            <a:r>
              <a:rPr lang="en-US" dirty="0" err="1">
                <a:highlight>
                  <a:srgbClr val="00FF00"/>
                </a:highlight>
              </a:rPr>
              <a:t>frida</a:t>
            </a:r>
            <a:r>
              <a:rPr lang="en-US" dirty="0">
                <a:highlight>
                  <a:srgbClr val="00FF00"/>
                </a:highlight>
              </a:rPr>
              <a:t>-server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FA952-2640-E222-4546-D2D094C48477}"/>
              </a:ext>
            </a:extLst>
          </p:cNvPr>
          <p:cNvSpPr txBox="1"/>
          <p:nvPr/>
        </p:nvSpPr>
        <p:spPr>
          <a:xfrm>
            <a:off x="6582427" y="2003647"/>
            <a:ext cx="5542793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400" b="1" dirty="0"/>
              <a:t>5) Start Frida server</a:t>
            </a:r>
          </a:p>
          <a:p>
            <a:r>
              <a:rPr lang="en-IN" dirty="0"/>
              <a:t>Inside </a:t>
            </a:r>
            <a:r>
              <a:rPr lang="en-IN" dirty="0" err="1"/>
              <a:t>adb</a:t>
            </a:r>
            <a:r>
              <a:rPr lang="en-IN" dirty="0"/>
              <a:t> shell: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ighlight>
                  <a:srgbClr val="00FF00"/>
                </a:highlight>
              </a:rPr>
              <a:t>/data/local/</a:t>
            </a:r>
            <a:r>
              <a:rPr lang="en-IN" dirty="0" err="1">
                <a:highlight>
                  <a:srgbClr val="00FF00"/>
                </a:highlight>
              </a:rPr>
              <a:t>tmp</a:t>
            </a:r>
            <a:r>
              <a:rPr lang="en-IN" dirty="0">
                <a:highlight>
                  <a:srgbClr val="00FF00"/>
                </a:highlight>
              </a:rPr>
              <a:t>/</a:t>
            </a:r>
            <a:r>
              <a:rPr lang="en-IN" dirty="0" err="1">
                <a:highlight>
                  <a:srgbClr val="00FF00"/>
                </a:highlight>
              </a:rPr>
              <a:t>frida</a:t>
            </a:r>
            <a:r>
              <a:rPr lang="en-IN" dirty="0">
                <a:highlight>
                  <a:srgbClr val="00FF00"/>
                </a:highlight>
              </a:rPr>
              <a:t>-server &amp;</a:t>
            </a:r>
          </a:p>
          <a:p>
            <a:r>
              <a:rPr lang="en-IN" dirty="0"/>
              <a:t>Leave that shell running.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861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63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170</Words>
  <Application>Microsoft Macintosh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Pawar</dc:creator>
  <cp:lastModifiedBy>Pooja Pawar</cp:lastModifiedBy>
  <cp:revision>2</cp:revision>
  <dcterms:created xsi:type="dcterms:W3CDTF">2026-02-05T20:08:12Z</dcterms:created>
  <dcterms:modified xsi:type="dcterms:W3CDTF">2026-02-05T20:42:02Z</dcterms:modified>
</cp:coreProperties>
</file>