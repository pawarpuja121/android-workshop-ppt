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9" r:id="rId2"/>
    <p:sldId id="256" r:id="rId3"/>
    <p:sldId id="257" r:id="rId4"/>
    <p:sldId id="270" r:id="rId5"/>
    <p:sldId id="258" r:id="rId6"/>
    <p:sldId id="259" r:id="rId7"/>
    <p:sldId id="260" r:id="rId8"/>
    <p:sldId id="268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9297408-E4AC-7548-9701-EFA6AB2E1BF3}" v="29" dt="2026-02-22T06:40:44.33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884"/>
    <p:restoredTop sz="94588"/>
  </p:normalViewPr>
  <p:slideViewPr>
    <p:cSldViewPr snapToGrid="0">
      <p:cViewPr varScale="1">
        <p:scale>
          <a:sx n="78" d="100"/>
          <a:sy n="78" d="100"/>
        </p:scale>
        <p:origin x="168" y="6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ooja Pawar" userId="035fcb6f-cb82-4090-93fd-fd324df2f37b" providerId="ADAL" clId="{A8CF6B58-5150-5047-BECC-855858CDB5E1}"/>
    <pc:docChg chg="custSel addSld modSld sldOrd">
      <pc:chgData name="Pooja Pawar" userId="035fcb6f-cb82-4090-93fd-fd324df2f37b" providerId="ADAL" clId="{A8CF6B58-5150-5047-BECC-855858CDB5E1}" dt="2026-02-22T06:40:44.334" v="322"/>
      <pc:docMkLst>
        <pc:docMk/>
      </pc:docMkLst>
      <pc:sldChg chg="addSp delSp modSp mod modTransition">
        <pc:chgData name="Pooja Pawar" userId="035fcb6f-cb82-4090-93fd-fd324df2f37b" providerId="ADAL" clId="{A8CF6B58-5150-5047-BECC-855858CDB5E1}" dt="2026-02-22T06:40:08.169" v="311"/>
        <pc:sldMkLst>
          <pc:docMk/>
          <pc:sldMk cId="2999840429" sldId="256"/>
        </pc:sldMkLst>
        <pc:spChg chg="add mod">
          <ac:chgData name="Pooja Pawar" userId="035fcb6f-cb82-4090-93fd-fd324df2f37b" providerId="ADAL" clId="{A8CF6B58-5150-5047-BECC-855858CDB5E1}" dt="2026-02-14T13:05:54.463" v="15" actId="207"/>
          <ac:spMkLst>
            <pc:docMk/>
            <pc:sldMk cId="2999840429" sldId="256"/>
            <ac:spMk id="2" creationId="{5CE9D336-3200-281F-9119-C7380FAAF618}"/>
          </ac:spMkLst>
        </pc:spChg>
        <pc:picChg chg="add mod">
          <ac:chgData name="Pooja Pawar" userId="035fcb6f-cb82-4090-93fd-fd324df2f37b" providerId="ADAL" clId="{A8CF6B58-5150-5047-BECC-855858CDB5E1}" dt="2026-02-22T06:40:08.169" v="311"/>
          <ac:picMkLst>
            <pc:docMk/>
            <pc:sldMk cId="2999840429" sldId="256"/>
            <ac:picMk id="3" creationId="{34FA78F3-767D-B406-34DE-4C997D38530E}"/>
          </ac:picMkLst>
        </pc:picChg>
        <pc:picChg chg="add del mod">
          <ac:chgData name="Pooja Pawar" userId="035fcb6f-cb82-4090-93fd-fd324df2f37b" providerId="ADAL" clId="{A8CF6B58-5150-5047-BECC-855858CDB5E1}" dt="2026-02-22T06:40:07.300" v="310" actId="478"/>
          <ac:picMkLst>
            <pc:docMk/>
            <pc:sldMk cId="2999840429" sldId="256"/>
            <ac:picMk id="6" creationId="{5949692D-0810-EC57-20E5-75BD91F6938F}"/>
          </ac:picMkLst>
        </pc:picChg>
      </pc:sldChg>
      <pc:sldChg chg="addSp delSp modSp mod modTransition">
        <pc:chgData name="Pooja Pawar" userId="035fcb6f-cb82-4090-93fd-fd324df2f37b" providerId="ADAL" clId="{A8CF6B58-5150-5047-BECC-855858CDB5E1}" dt="2026-02-22T06:40:14.636" v="313"/>
        <pc:sldMkLst>
          <pc:docMk/>
          <pc:sldMk cId="2804583767" sldId="257"/>
        </pc:sldMkLst>
        <pc:picChg chg="add mod">
          <ac:chgData name="Pooja Pawar" userId="035fcb6f-cb82-4090-93fd-fd324df2f37b" providerId="ADAL" clId="{A8CF6B58-5150-5047-BECC-855858CDB5E1}" dt="2026-02-22T06:40:14.636" v="313"/>
          <ac:picMkLst>
            <pc:docMk/>
            <pc:sldMk cId="2804583767" sldId="257"/>
            <ac:picMk id="4" creationId="{D57A94AD-BDC9-9852-76A0-9726CADA8A81}"/>
          </ac:picMkLst>
        </pc:picChg>
        <pc:picChg chg="add del mod">
          <ac:chgData name="Pooja Pawar" userId="035fcb6f-cb82-4090-93fd-fd324df2f37b" providerId="ADAL" clId="{A8CF6B58-5150-5047-BECC-855858CDB5E1}" dt="2026-02-22T06:40:13.723" v="312" actId="478"/>
          <ac:picMkLst>
            <pc:docMk/>
            <pc:sldMk cId="2804583767" sldId="257"/>
            <ac:picMk id="6" creationId="{7AB1F029-1D5D-3516-7978-8AC72E48A9C7}"/>
          </ac:picMkLst>
        </pc:picChg>
      </pc:sldChg>
      <pc:sldChg chg="addSp delSp modSp mod modTransition">
        <pc:chgData name="Pooja Pawar" userId="035fcb6f-cb82-4090-93fd-fd324df2f37b" providerId="ADAL" clId="{A8CF6B58-5150-5047-BECC-855858CDB5E1}" dt="2026-02-22T06:40:24.484" v="316"/>
        <pc:sldMkLst>
          <pc:docMk/>
          <pc:sldMk cId="520136235" sldId="258"/>
        </pc:sldMkLst>
        <pc:picChg chg="add del mod">
          <ac:chgData name="Pooja Pawar" userId="035fcb6f-cb82-4090-93fd-fd324df2f37b" providerId="ADAL" clId="{A8CF6B58-5150-5047-BECC-855858CDB5E1}" dt="2026-02-22T06:40:23.534" v="315" actId="478"/>
          <ac:picMkLst>
            <pc:docMk/>
            <pc:sldMk cId="520136235" sldId="258"/>
            <ac:picMk id="2" creationId="{B949D758-A3AB-8B6A-8B83-80EE1AC76D52}"/>
          </ac:picMkLst>
        </pc:picChg>
        <pc:picChg chg="add mod">
          <ac:chgData name="Pooja Pawar" userId="035fcb6f-cb82-4090-93fd-fd324df2f37b" providerId="ADAL" clId="{A8CF6B58-5150-5047-BECC-855858CDB5E1}" dt="2026-02-22T06:40:24.484" v="316"/>
          <ac:picMkLst>
            <pc:docMk/>
            <pc:sldMk cId="520136235" sldId="258"/>
            <ac:picMk id="6" creationId="{28F366CC-AD38-5E5D-5885-FE3B07C9CFB4}"/>
          </ac:picMkLst>
        </pc:picChg>
      </pc:sldChg>
      <pc:sldChg chg="addSp delSp modSp mod modTransition">
        <pc:chgData name="Pooja Pawar" userId="035fcb6f-cb82-4090-93fd-fd324df2f37b" providerId="ADAL" clId="{A8CF6B58-5150-5047-BECC-855858CDB5E1}" dt="2026-02-22T06:40:30.621" v="318"/>
        <pc:sldMkLst>
          <pc:docMk/>
          <pc:sldMk cId="926242876" sldId="259"/>
        </pc:sldMkLst>
        <pc:picChg chg="add del mod">
          <ac:chgData name="Pooja Pawar" userId="035fcb6f-cb82-4090-93fd-fd324df2f37b" providerId="ADAL" clId="{A8CF6B58-5150-5047-BECC-855858CDB5E1}" dt="2026-02-22T06:40:29.643" v="317" actId="478"/>
          <ac:picMkLst>
            <pc:docMk/>
            <pc:sldMk cId="926242876" sldId="259"/>
            <ac:picMk id="3" creationId="{21C1BA51-4B30-9E14-1C3A-A327DC529D81}"/>
          </ac:picMkLst>
        </pc:picChg>
        <pc:picChg chg="add mod">
          <ac:chgData name="Pooja Pawar" userId="035fcb6f-cb82-4090-93fd-fd324df2f37b" providerId="ADAL" clId="{A8CF6B58-5150-5047-BECC-855858CDB5E1}" dt="2026-02-22T06:40:30.621" v="318"/>
          <ac:picMkLst>
            <pc:docMk/>
            <pc:sldMk cId="926242876" sldId="259"/>
            <ac:picMk id="8" creationId="{3C778C02-14E6-3140-623A-5579A84BC833}"/>
          </ac:picMkLst>
        </pc:picChg>
      </pc:sldChg>
      <pc:sldChg chg="addSp delSp modSp mod modTransition">
        <pc:chgData name="Pooja Pawar" userId="035fcb6f-cb82-4090-93fd-fd324df2f37b" providerId="ADAL" clId="{A8CF6B58-5150-5047-BECC-855858CDB5E1}" dt="2026-02-22T06:40:39.353" v="320"/>
        <pc:sldMkLst>
          <pc:docMk/>
          <pc:sldMk cId="2849561798" sldId="260"/>
        </pc:sldMkLst>
        <pc:picChg chg="add del mod">
          <ac:chgData name="Pooja Pawar" userId="035fcb6f-cb82-4090-93fd-fd324df2f37b" providerId="ADAL" clId="{A8CF6B58-5150-5047-BECC-855858CDB5E1}" dt="2026-02-22T06:40:37.424" v="319" actId="478"/>
          <ac:picMkLst>
            <pc:docMk/>
            <pc:sldMk cId="2849561798" sldId="260"/>
            <ac:picMk id="2" creationId="{9EA2E400-B6CF-AE01-1E5A-4EBEBAE8B9EA}"/>
          </ac:picMkLst>
        </pc:picChg>
        <pc:picChg chg="add mod">
          <ac:chgData name="Pooja Pawar" userId="035fcb6f-cb82-4090-93fd-fd324df2f37b" providerId="ADAL" clId="{A8CF6B58-5150-5047-BECC-855858CDB5E1}" dt="2026-02-22T06:40:39.353" v="320"/>
          <ac:picMkLst>
            <pc:docMk/>
            <pc:sldMk cId="2849561798" sldId="260"/>
            <ac:picMk id="4" creationId="{2CE39E48-8F13-E792-7AAD-78E8FFF23958}"/>
          </ac:picMkLst>
        </pc:picChg>
      </pc:sldChg>
      <pc:sldChg chg="addSp delSp modSp add mod modTransition">
        <pc:chgData name="Pooja Pawar" userId="035fcb6f-cb82-4090-93fd-fd324df2f37b" providerId="ADAL" clId="{A8CF6B58-5150-5047-BECC-855858CDB5E1}" dt="2026-02-22T06:40:44.334" v="322"/>
        <pc:sldMkLst>
          <pc:docMk/>
          <pc:sldMk cId="1740985780" sldId="268"/>
        </pc:sldMkLst>
        <pc:spChg chg="mod">
          <ac:chgData name="Pooja Pawar" userId="035fcb6f-cb82-4090-93fd-fd324df2f37b" providerId="ADAL" clId="{A8CF6B58-5150-5047-BECC-855858CDB5E1}" dt="2026-02-14T13:10:31.249" v="73" actId="1076"/>
          <ac:spMkLst>
            <pc:docMk/>
            <pc:sldMk cId="1740985780" sldId="268"/>
            <ac:spMk id="6" creationId="{1021735E-5C85-F63F-F17C-D11EC9F79107}"/>
          </ac:spMkLst>
        </pc:spChg>
        <pc:picChg chg="add del mod">
          <ac:chgData name="Pooja Pawar" userId="035fcb6f-cb82-4090-93fd-fd324df2f37b" providerId="ADAL" clId="{A8CF6B58-5150-5047-BECC-855858CDB5E1}" dt="2026-02-22T06:40:43.478" v="321" actId="478"/>
          <ac:picMkLst>
            <pc:docMk/>
            <pc:sldMk cId="1740985780" sldId="268"/>
            <ac:picMk id="2" creationId="{AC12CE8C-754B-972B-48B2-DE2DD005AAC9}"/>
          </ac:picMkLst>
        </pc:picChg>
        <pc:picChg chg="add mod">
          <ac:chgData name="Pooja Pawar" userId="035fcb6f-cb82-4090-93fd-fd324df2f37b" providerId="ADAL" clId="{A8CF6B58-5150-5047-BECC-855858CDB5E1}" dt="2026-02-22T06:40:44.334" v="322"/>
          <ac:picMkLst>
            <pc:docMk/>
            <pc:sldMk cId="1740985780" sldId="268"/>
            <ac:picMk id="3" creationId="{36452C03-E064-A75D-C967-1FFB02C513FD}"/>
          </ac:picMkLst>
        </pc:picChg>
      </pc:sldChg>
      <pc:sldChg chg="addSp delSp modSp new mod ord modTransition">
        <pc:chgData name="Pooja Pawar" userId="035fcb6f-cb82-4090-93fd-fd324df2f37b" providerId="ADAL" clId="{A8CF6B58-5150-5047-BECC-855858CDB5E1}" dt="2026-02-22T06:39:58.767" v="309" actId="14100"/>
        <pc:sldMkLst>
          <pc:docMk/>
          <pc:sldMk cId="3381000374" sldId="269"/>
        </pc:sldMkLst>
        <pc:spChg chg="add mod">
          <ac:chgData name="Pooja Pawar" userId="035fcb6f-cb82-4090-93fd-fd324df2f37b" providerId="ADAL" clId="{A8CF6B58-5150-5047-BECC-855858CDB5E1}" dt="2026-02-14T13:12:59.080" v="96" actId="1076"/>
          <ac:spMkLst>
            <pc:docMk/>
            <pc:sldMk cId="3381000374" sldId="269"/>
            <ac:spMk id="3" creationId="{E8F9B718-1F65-14BC-AB60-5C1D07982F1C}"/>
          </ac:spMkLst>
        </pc:spChg>
        <pc:picChg chg="add del mod">
          <ac:chgData name="Pooja Pawar" userId="035fcb6f-cb82-4090-93fd-fd324df2f37b" providerId="ADAL" clId="{A8CF6B58-5150-5047-BECC-855858CDB5E1}" dt="2026-02-22T06:39:32.803" v="298" actId="478"/>
          <ac:picMkLst>
            <pc:docMk/>
            <pc:sldMk cId="3381000374" sldId="269"/>
            <ac:picMk id="2" creationId="{391E3796-3D03-F313-6A84-DD74770D8891}"/>
          </ac:picMkLst>
        </pc:picChg>
        <pc:picChg chg="add mod">
          <ac:chgData name="Pooja Pawar" userId="035fcb6f-cb82-4090-93fd-fd324df2f37b" providerId="ADAL" clId="{A8CF6B58-5150-5047-BECC-855858CDB5E1}" dt="2026-02-22T06:39:58.767" v="309" actId="14100"/>
          <ac:picMkLst>
            <pc:docMk/>
            <pc:sldMk cId="3381000374" sldId="269"/>
            <ac:picMk id="5" creationId="{1CFBFF1C-19F0-7C6D-7CF5-D0931857C76D}"/>
          </ac:picMkLst>
        </pc:picChg>
      </pc:sldChg>
      <pc:sldChg chg="addSp delSp modSp new mod">
        <pc:chgData name="Pooja Pawar" userId="035fcb6f-cb82-4090-93fd-fd324df2f37b" providerId="ADAL" clId="{A8CF6B58-5150-5047-BECC-855858CDB5E1}" dt="2026-02-22T06:40:19.332" v="314"/>
        <pc:sldMkLst>
          <pc:docMk/>
          <pc:sldMk cId="405245761" sldId="270"/>
        </pc:sldMkLst>
        <pc:spChg chg="add mod">
          <ac:chgData name="Pooja Pawar" userId="035fcb6f-cb82-4090-93fd-fd324df2f37b" providerId="ADAL" clId="{A8CF6B58-5150-5047-BECC-855858CDB5E1}" dt="2026-02-20T18:39:58.873" v="192" actId="1076"/>
          <ac:spMkLst>
            <pc:docMk/>
            <pc:sldMk cId="405245761" sldId="270"/>
            <ac:spMk id="3" creationId="{BDC543BD-9EDF-077A-6215-D5F5ADB88A81}"/>
          </ac:spMkLst>
        </pc:spChg>
        <pc:spChg chg="add mod">
          <ac:chgData name="Pooja Pawar" userId="035fcb6f-cb82-4090-93fd-fd324df2f37b" providerId="ADAL" clId="{A8CF6B58-5150-5047-BECC-855858CDB5E1}" dt="2026-02-20T18:44:07.144" v="289" actId="1038"/>
          <ac:spMkLst>
            <pc:docMk/>
            <pc:sldMk cId="405245761" sldId="270"/>
            <ac:spMk id="5" creationId="{D0C63E15-5454-0730-6264-A4ADFE691577}"/>
          </ac:spMkLst>
        </pc:spChg>
        <pc:spChg chg="add mod">
          <ac:chgData name="Pooja Pawar" userId="035fcb6f-cb82-4090-93fd-fd324df2f37b" providerId="ADAL" clId="{A8CF6B58-5150-5047-BECC-855858CDB5E1}" dt="2026-02-20T18:43:42.145" v="282" actId="1076"/>
          <ac:spMkLst>
            <pc:docMk/>
            <pc:sldMk cId="405245761" sldId="270"/>
            <ac:spMk id="7" creationId="{DC6C7083-6D35-6FA7-7BD9-0E2B4055CA8F}"/>
          </ac:spMkLst>
        </pc:spChg>
        <pc:spChg chg="add mod">
          <ac:chgData name="Pooja Pawar" userId="035fcb6f-cb82-4090-93fd-fd324df2f37b" providerId="ADAL" clId="{A8CF6B58-5150-5047-BECC-855858CDB5E1}" dt="2026-02-20T18:41:56.290" v="211" actId="1076"/>
          <ac:spMkLst>
            <pc:docMk/>
            <pc:sldMk cId="405245761" sldId="270"/>
            <ac:spMk id="9" creationId="{8D64C7BA-8595-F645-5C0A-150E01752F15}"/>
          </ac:spMkLst>
        </pc:spChg>
        <pc:spChg chg="add mod">
          <ac:chgData name="Pooja Pawar" userId="035fcb6f-cb82-4090-93fd-fd324df2f37b" providerId="ADAL" clId="{A8CF6B58-5150-5047-BECC-855858CDB5E1}" dt="2026-02-20T18:42:02.378" v="212" actId="1076"/>
          <ac:spMkLst>
            <pc:docMk/>
            <pc:sldMk cId="405245761" sldId="270"/>
            <ac:spMk id="13" creationId="{F5D044E4-D7F3-16C0-BBDE-FE9B1F450047}"/>
          </ac:spMkLst>
        </pc:spChg>
        <pc:spChg chg="add mod">
          <ac:chgData name="Pooja Pawar" userId="035fcb6f-cb82-4090-93fd-fd324df2f37b" providerId="ADAL" clId="{A8CF6B58-5150-5047-BECC-855858CDB5E1}" dt="2026-02-20T18:45:20.349" v="297" actId="113"/>
          <ac:spMkLst>
            <pc:docMk/>
            <pc:sldMk cId="405245761" sldId="270"/>
            <ac:spMk id="17" creationId="{1222E967-F866-57BA-3A75-2E606F445382}"/>
          </ac:spMkLst>
        </pc:spChg>
        <pc:picChg chg="add mod">
          <ac:chgData name="Pooja Pawar" userId="035fcb6f-cb82-4090-93fd-fd324df2f37b" providerId="ADAL" clId="{A8CF6B58-5150-5047-BECC-855858CDB5E1}" dt="2026-02-22T06:40:19.332" v="314"/>
          <ac:picMkLst>
            <pc:docMk/>
            <pc:sldMk cId="405245761" sldId="270"/>
            <ac:picMk id="2" creationId="{CB2E7616-0765-4C16-FB34-4F9C95AADF04}"/>
          </ac:picMkLst>
        </pc:picChg>
        <pc:cxnChg chg="add mod">
          <ac:chgData name="Pooja Pawar" userId="035fcb6f-cb82-4090-93fd-fd324df2f37b" providerId="ADAL" clId="{A8CF6B58-5150-5047-BECC-855858CDB5E1}" dt="2026-02-20T18:43:26.249" v="281" actId="692"/>
          <ac:cxnSpMkLst>
            <pc:docMk/>
            <pc:sldMk cId="405245761" sldId="270"/>
            <ac:cxnSpMk id="15" creationId="{AD51587B-8F36-4876-7C91-438F24C6C076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62B234-20AB-3EA2-1999-21612928EE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258331-23A3-208E-6F79-95D63DFB52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C08C33-C6F5-A0D8-3774-1DBB7A386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28BE7-E03D-764D-AE97-90507DC4665D}" type="datetimeFigureOut">
              <a:rPr lang="en-US" smtClean="0"/>
              <a:t>2/22/26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0DB574-3ACA-1C87-3741-6783794FC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6B84DA-3DE1-ED47-707D-0507BC6FD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25D27-1858-4E41-8DDE-A47D302A77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3421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C3A00B-14AF-812D-9018-BE6231F9B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84D04C-40FC-CF7B-5CE7-DB0FED015A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12AA63-7D8B-3E4E-FC6D-A28BDEF999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28BE7-E03D-764D-AE97-90507DC4665D}" type="datetimeFigureOut">
              <a:rPr lang="en-US" smtClean="0"/>
              <a:t>2/22/26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9CFE0E-FBC8-8381-7450-09283C02F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735A4E-1476-8515-4383-746245BB9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25D27-1858-4E41-8DDE-A47D302A77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3210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C504A-2CF3-05FC-1716-78875E8274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BB8756-B65C-4C69-D242-54A6820EA7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7F77BE-6100-929E-E5C1-2ECBD86DE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28BE7-E03D-764D-AE97-90507DC4665D}" type="datetimeFigureOut">
              <a:rPr lang="en-US" smtClean="0"/>
              <a:t>2/22/26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2FB89D-AB33-B6DB-1231-D4432B3DF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C5C0FD-7050-0655-04C0-30DF949AB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25D27-1858-4E41-8DDE-A47D302A77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8389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60207-18FC-6724-14EF-DA4E5973B2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F8EDEA-6BC1-3435-A899-C8AAC5078F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5D8646-04C9-CC39-79C3-A529F5866D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FF77D0-DBE8-E3E0-7D87-EC19778316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28BE7-E03D-764D-AE97-90507DC4665D}" type="datetimeFigureOut">
              <a:rPr lang="en-US" smtClean="0"/>
              <a:t>2/22/26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764F17-F6B3-1D36-1001-1C682A5469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369265-7460-D01E-023E-47643EBBC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25D27-1858-4E41-8DDE-A47D302A77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2097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0C9745-D2A9-4624-FCF8-0C7B470672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53A9E9-4A87-D0B6-C052-672529A91D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38A7FF-5962-C149-BACB-D6B2B8E42A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D50A1FB-F9A4-A0E7-F323-06E217454E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149645-6E48-A89A-6232-DE11AD9D9E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11A4FF3-0F8E-15DD-5BAE-7236E5991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28BE7-E03D-764D-AE97-90507DC4665D}" type="datetimeFigureOut">
              <a:rPr lang="en-US" smtClean="0"/>
              <a:t>2/22/26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35A8E2D-C8FA-AA7C-3AC2-0951CFAA76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0392114-2404-08A7-60A9-9E4E0838A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25D27-1858-4E41-8DDE-A47D302A77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1605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A8116-863C-FF70-5154-A72FF9033B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DFA8DA-5365-5B7A-3A05-15FC08296E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28BE7-E03D-764D-AE97-90507DC4665D}" type="datetimeFigureOut">
              <a:rPr lang="en-US" smtClean="0"/>
              <a:t>2/22/26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10F663-FD5F-8529-0727-86232C0D4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D4532F-C48E-1389-95B1-44504605A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25D27-1858-4E41-8DDE-A47D302A77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5473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9079D03-D0CE-D64C-0A67-6D0ADEB8DF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28BE7-E03D-764D-AE97-90507DC4665D}" type="datetimeFigureOut">
              <a:rPr lang="en-US" smtClean="0"/>
              <a:t>2/22/26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F84563-55D7-E8FB-C31A-7FDFEE792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789AFE-25DC-F83B-6527-540E17E23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25D27-1858-4E41-8DDE-A47D302A77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6814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C56B02-1C5A-6C5E-4086-652B531EDF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03A361-7B9F-8C57-AFBD-D47D9B1483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9DF305-40F7-ACCC-FC3A-B7988A1AE0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890C07-F460-704C-470D-1145073188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28BE7-E03D-764D-AE97-90507DC4665D}" type="datetimeFigureOut">
              <a:rPr lang="en-US" smtClean="0"/>
              <a:t>2/22/26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455A77-3BB7-0A67-79D7-A1DBF292DD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B3948D-4242-1D35-537B-58404AB13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25D27-1858-4E41-8DDE-A47D302A77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6473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6AB716-BDCC-8F4E-29D8-5F2BCA2025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E756FCB-0FA2-DBA6-8B71-3D28698163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E324AD-12EB-F4AE-2EC2-C592CAF284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031C5E-42F3-79AE-DF62-375ED40375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28BE7-E03D-764D-AE97-90507DC4665D}" type="datetimeFigureOut">
              <a:rPr lang="en-US" smtClean="0"/>
              <a:t>2/22/26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15E454-03AE-3CEE-B830-BD6B3C349B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D97F9A-7643-8ECC-33A3-A2461DB75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25D27-1858-4E41-8DDE-A47D302A77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21615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9BF50-D890-E58E-3937-6405EE4F4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579731-4937-C2DA-19BB-2A2AD79CAB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99964B-5B49-826C-2FCC-0678B80496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28BE7-E03D-764D-AE97-90507DC4665D}" type="datetimeFigureOut">
              <a:rPr lang="en-US" smtClean="0"/>
              <a:t>2/22/26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C8F5E1-9521-4C7F-4629-5343F27B9E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200EE4-A290-EA84-43FA-1B5C6EC7E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25D27-1858-4E41-8DDE-A47D302A77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08509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AB93CCC-D2BD-DC92-A3DA-3F287DF6A2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93F4A3-55D1-FEBF-A60F-3E91762B9A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C9EBDF-1F3A-F699-2EBF-383383DCC4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28BE7-E03D-764D-AE97-90507DC4665D}" type="datetimeFigureOut">
              <a:rPr lang="en-US" smtClean="0"/>
              <a:t>2/22/26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3429F-C41C-427E-15E7-7BD735829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648D64-5DF6-E7AE-952E-D146EF0FD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25D27-1858-4E41-8DDE-A47D302A77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74828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1D09AD5-B7B4-A09F-C222-9CB38B4063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C9961C-A600-A2AF-5BF4-3777D69640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B5F01C-44F6-B9D9-3480-BF68BFEA3E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428BE7-E03D-764D-AE97-90507DC4665D}" type="datetimeFigureOut">
              <a:rPr lang="en-US" smtClean="0"/>
              <a:t>2/22/26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FEFD0C-5A31-D409-CBAB-E9FB7519C1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B895B3-A476-FB1B-F63C-8B6BD44EAB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225D27-1858-4E41-8DDE-A47D302A77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9792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8F9B718-1F65-14BC-AB60-5C1D07982F1C}"/>
              </a:ext>
            </a:extLst>
          </p:cNvPr>
          <p:cNvSpPr txBox="1"/>
          <p:nvPr/>
        </p:nvSpPr>
        <p:spPr>
          <a:xfrm>
            <a:off x="4178300" y="2578100"/>
            <a:ext cx="4562916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600" b="1" dirty="0"/>
              <a:t>Java Basics</a:t>
            </a:r>
          </a:p>
        </p:txBody>
      </p:sp>
      <p:pic>
        <p:nvPicPr>
          <p:cNvPr id="5" name="Picture 4" descr="A blue background with white text&#10;&#10;AI-generated content may be incorrect.">
            <a:extLst>
              <a:ext uri="{FF2B5EF4-FFF2-40B4-BE49-F238E27FC236}">
                <a16:creationId xmlns:a16="http://schemas.microsoft.com/office/drawing/2014/main" id="{1CFBFF1C-19F0-7C6D-7CF5-D0931857C7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3655" y="0"/>
            <a:ext cx="1538343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10003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F4BEB51-75D4-6DBC-3F18-61E6A3366392}"/>
              </a:ext>
            </a:extLst>
          </p:cNvPr>
          <p:cNvSpPr txBox="1"/>
          <p:nvPr/>
        </p:nvSpPr>
        <p:spPr>
          <a:xfrm>
            <a:off x="1201784" y="1280160"/>
            <a:ext cx="8869680" cy="4001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Classes In Java </a:t>
            </a:r>
          </a:p>
          <a:p>
            <a:endParaRPr lang="en-IN" b="1" dirty="0"/>
          </a:p>
          <a:p>
            <a:r>
              <a:rPr lang="en-IN" dirty="0"/>
              <a:t>In Java, a </a:t>
            </a:r>
            <a:r>
              <a:rPr lang="en-IN" b="1" dirty="0"/>
              <a:t>class</a:t>
            </a:r>
            <a:r>
              <a:rPr lang="en-IN" dirty="0"/>
              <a:t> is like a blueprint or template for creating objects. Objects are individual instances of a class, and they can have their own properties (data) and </a:t>
            </a:r>
            <a:r>
              <a:rPr lang="en-IN" dirty="0" err="1"/>
              <a:t>behaviors</a:t>
            </a:r>
            <a:r>
              <a:rPr lang="en-IN" dirty="0"/>
              <a:t> (methods or functions). A </a:t>
            </a:r>
            <a:r>
              <a:rPr lang="en-IN" b="1" dirty="0"/>
              <a:t>class</a:t>
            </a:r>
            <a:r>
              <a:rPr lang="en-IN" dirty="0"/>
              <a:t> is the blueprint.</a:t>
            </a:r>
          </a:p>
          <a:p>
            <a:endParaRPr lang="en-IN" dirty="0"/>
          </a:p>
          <a:p>
            <a:r>
              <a:rPr lang="en-IN" sz="2800" b="1" dirty="0"/>
              <a:t>Objects In Java</a:t>
            </a:r>
          </a:p>
          <a:p>
            <a:endParaRPr lang="en-IN" dirty="0"/>
          </a:p>
          <a:p>
            <a:r>
              <a:rPr lang="en-IN" dirty="0"/>
              <a:t>An </a:t>
            </a:r>
            <a:r>
              <a:rPr lang="en-IN" b="1" dirty="0"/>
              <a:t>object</a:t>
            </a:r>
            <a:r>
              <a:rPr lang="en-IN" dirty="0"/>
              <a:t> is the instance (actual thing created from the class). An </a:t>
            </a:r>
            <a:r>
              <a:rPr lang="en-IN" b="1" dirty="0"/>
              <a:t>object</a:t>
            </a:r>
            <a:r>
              <a:rPr lang="en-IN" dirty="0"/>
              <a:t> in programming (especially in Java) is like a </a:t>
            </a:r>
            <a:r>
              <a:rPr lang="en-IN" b="1" dirty="0"/>
              <a:t>real-world thing</a:t>
            </a:r>
            <a:r>
              <a:rPr lang="en-IN" dirty="0"/>
              <a:t>.</a:t>
            </a:r>
            <a:br>
              <a:rPr lang="en-IN" dirty="0"/>
            </a:br>
            <a:r>
              <a:rPr lang="en-IN" dirty="0"/>
              <a:t>It has: </a:t>
            </a:r>
            <a:r>
              <a:rPr lang="en-IN" b="1" dirty="0"/>
              <a:t>Properties (data / variables)</a:t>
            </a:r>
            <a:r>
              <a:rPr lang="en-IN" dirty="0"/>
              <a:t> → what it </a:t>
            </a:r>
            <a:r>
              <a:rPr lang="en-IN" b="1" dirty="0"/>
              <a:t>has, </a:t>
            </a:r>
            <a:r>
              <a:rPr lang="en-IN" b="1" dirty="0" err="1"/>
              <a:t>Behaviors</a:t>
            </a:r>
            <a:r>
              <a:rPr lang="en-IN" b="1" dirty="0"/>
              <a:t> (methods / functions)</a:t>
            </a:r>
            <a:r>
              <a:rPr lang="en-IN" dirty="0"/>
              <a:t> → what it </a:t>
            </a:r>
            <a:r>
              <a:rPr lang="en-IN" b="1" dirty="0"/>
              <a:t>can do?</a:t>
            </a:r>
            <a:endParaRPr lang="en-IN" dirty="0"/>
          </a:p>
          <a:p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CE9D336-3200-281F-9119-C7380FAAF618}"/>
              </a:ext>
            </a:extLst>
          </p:cNvPr>
          <p:cNvSpPr txBox="1"/>
          <p:nvPr/>
        </p:nvSpPr>
        <p:spPr>
          <a:xfrm>
            <a:off x="1201784" y="5281255"/>
            <a:ext cx="742151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rgbClr val="FF0000"/>
                </a:solidFill>
              </a:rPr>
              <a:t>Class = </a:t>
            </a:r>
            <a:r>
              <a:rPr lang="en-IN" dirty="0"/>
              <a:t>design/blueprint</a:t>
            </a:r>
            <a:br>
              <a:rPr lang="en-IN" dirty="0"/>
            </a:br>
            <a:r>
              <a:rPr lang="en-IN" sz="2800" b="1" dirty="0">
                <a:solidFill>
                  <a:schemeClr val="accent4"/>
                </a:solidFill>
              </a:rPr>
              <a:t>Object = </a:t>
            </a:r>
            <a:r>
              <a:rPr lang="en-IN" dirty="0"/>
              <a:t>the actual item created from that design (instance)</a:t>
            </a:r>
            <a:endParaRPr lang="en-US" dirty="0"/>
          </a:p>
        </p:txBody>
      </p:sp>
      <p:pic>
        <p:nvPicPr>
          <p:cNvPr id="3" name="Picture 2" descr="A blue background with white text&#10;&#10;AI-generated content may be incorrect.">
            <a:extLst>
              <a:ext uri="{FF2B5EF4-FFF2-40B4-BE49-F238E27FC236}">
                <a16:creationId xmlns:a16="http://schemas.microsoft.com/office/drawing/2014/main" id="{34FA78F3-767D-B406-34DE-4C997D3853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3655" y="0"/>
            <a:ext cx="1538343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98404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E1CE28C9-FF72-478C-B0E0-2D3095BCC3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503" y="2129246"/>
            <a:ext cx="8911944" cy="3918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D7EA418-D97D-21D2-86ED-A538ABA53753}"/>
              </a:ext>
            </a:extLst>
          </p:cNvPr>
          <p:cNvSpPr txBox="1"/>
          <p:nvPr/>
        </p:nvSpPr>
        <p:spPr>
          <a:xfrm>
            <a:off x="8921932" y="2354785"/>
            <a:ext cx="3952207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Example in Real Life:</a:t>
            </a:r>
          </a:p>
          <a:p>
            <a:r>
              <a:rPr lang="en-IN" dirty="0"/>
              <a:t>Think about a </a:t>
            </a:r>
            <a:r>
              <a:rPr lang="en-IN" b="1" dirty="0"/>
              <a:t>Car</a:t>
            </a:r>
            <a:r>
              <a:rPr lang="en-IN" dirty="0"/>
              <a:t> 🚗</a:t>
            </a:r>
          </a:p>
          <a:p>
            <a:endParaRPr lang="en-IN" dirty="0"/>
          </a:p>
          <a:p>
            <a:r>
              <a:rPr lang="en-IN" b="1" dirty="0"/>
              <a:t>Properties (attributes)</a:t>
            </a:r>
            <a:r>
              <a:rPr lang="en-IN" dirty="0"/>
              <a:t>:</a:t>
            </a:r>
          </a:p>
          <a:p>
            <a:r>
              <a:rPr lang="en-IN" dirty="0" err="1"/>
              <a:t>color</a:t>
            </a:r>
            <a:r>
              <a:rPr lang="en-IN" dirty="0"/>
              <a:t> = “Red”</a:t>
            </a:r>
          </a:p>
          <a:p>
            <a:r>
              <a:rPr lang="en-IN" dirty="0"/>
              <a:t>brand = “Toyota”</a:t>
            </a:r>
          </a:p>
          <a:p>
            <a:r>
              <a:rPr lang="en-IN" dirty="0"/>
              <a:t>speed = 120</a:t>
            </a:r>
          </a:p>
          <a:p>
            <a:endParaRPr lang="en-IN" dirty="0"/>
          </a:p>
          <a:p>
            <a:r>
              <a:rPr lang="en-IN" b="1" dirty="0" err="1"/>
              <a:t>Behaviors</a:t>
            </a:r>
            <a:r>
              <a:rPr lang="en-IN" b="1" dirty="0"/>
              <a:t> (actions)</a:t>
            </a:r>
            <a:r>
              <a:rPr lang="en-IN" dirty="0"/>
              <a:t>:</a:t>
            </a:r>
          </a:p>
          <a:p>
            <a:r>
              <a:rPr lang="en-IN" dirty="0"/>
              <a:t>start()</a:t>
            </a:r>
          </a:p>
          <a:p>
            <a:r>
              <a:rPr lang="en-IN" dirty="0"/>
              <a:t>stop()</a:t>
            </a:r>
          </a:p>
          <a:p>
            <a:r>
              <a:rPr lang="en-IN" dirty="0"/>
              <a:t>accelerate()</a:t>
            </a:r>
          </a:p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0DC3146-AB8D-07B3-8E50-C7541705BFE7}"/>
              </a:ext>
            </a:extLst>
          </p:cNvPr>
          <p:cNvSpPr txBox="1"/>
          <p:nvPr/>
        </p:nvSpPr>
        <p:spPr>
          <a:xfrm>
            <a:off x="4532811" y="705394"/>
            <a:ext cx="20247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Objects</a:t>
            </a:r>
          </a:p>
        </p:txBody>
      </p:sp>
      <p:pic>
        <p:nvPicPr>
          <p:cNvPr id="4" name="Picture 3" descr="A blue background with white text&#10;&#10;AI-generated content may be incorrect.">
            <a:extLst>
              <a:ext uri="{FF2B5EF4-FFF2-40B4-BE49-F238E27FC236}">
                <a16:creationId xmlns:a16="http://schemas.microsoft.com/office/drawing/2014/main" id="{D57A94AD-BDC9-9852-76A0-9726CADA8A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3655" y="0"/>
            <a:ext cx="1538343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4583767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DC543BD-9EDF-077A-6215-D5F5ADB88A81}"/>
              </a:ext>
            </a:extLst>
          </p:cNvPr>
          <p:cNvSpPr txBox="1"/>
          <p:nvPr/>
        </p:nvSpPr>
        <p:spPr>
          <a:xfrm>
            <a:off x="2679700" y="458821"/>
            <a:ext cx="71501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/>
              <a:t>General Syntax to Create Object</a:t>
            </a:r>
            <a:endParaRPr lang="en-US" sz="36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C63E15-5454-0730-6264-A4ADFE691577}"/>
              </a:ext>
            </a:extLst>
          </p:cNvPr>
          <p:cNvSpPr txBox="1"/>
          <p:nvPr/>
        </p:nvSpPr>
        <p:spPr>
          <a:xfrm>
            <a:off x="2400300" y="1352034"/>
            <a:ext cx="92964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 err="1">
                <a:solidFill>
                  <a:schemeClr val="accent2">
                    <a:lumMod val="75000"/>
                  </a:schemeClr>
                </a:solidFill>
              </a:rPr>
              <a:t>ClassName</a:t>
            </a:r>
            <a:r>
              <a:rPr lang="en-US" sz="2800" dirty="0"/>
              <a:t> </a:t>
            </a:r>
            <a:r>
              <a:rPr lang="en-US" sz="2800" b="1" dirty="0" err="1">
                <a:solidFill>
                  <a:srgbClr val="00B0F0"/>
                </a:solidFill>
              </a:rPr>
              <a:t>objectName</a:t>
            </a:r>
            <a:r>
              <a:rPr lang="en-US" sz="2800" dirty="0"/>
              <a:t> = </a:t>
            </a: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new</a:t>
            </a:r>
            <a:r>
              <a:rPr lang="en-US" sz="2800" dirty="0"/>
              <a:t> </a:t>
            </a:r>
            <a:r>
              <a:rPr lang="en-US" sz="2800" b="1" dirty="0" err="1">
                <a:solidFill>
                  <a:schemeClr val="accent2">
                    <a:lumMod val="75000"/>
                  </a:schemeClr>
                </a:solidFill>
              </a:rPr>
              <a:t>ClassName</a:t>
            </a:r>
            <a:r>
              <a:rPr lang="en-US" sz="2800" b="1" dirty="0">
                <a:solidFill>
                  <a:schemeClr val="accent2">
                    <a:lumMod val="75000"/>
                  </a:schemeClr>
                </a:solidFill>
              </a:rPr>
              <a:t>();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6C7083-6D35-6FA7-7BD9-0E2B4055CA8F}"/>
              </a:ext>
            </a:extLst>
          </p:cNvPr>
          <p:cNvSpPr txBox="1"/>
          <p:nvPr/>
        </p:nvSpPr>
        <p:spPr>
          <a:xfrm>
            <a:off x="3473669" y="2413337"/>
            <a:ext cx="60960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class </a:t>
            </a:r>
            <a:r>
              <a:rPr lang="en-US" sz="2800" b="1" dirty="0">
                <a:solidFill>
                  <a:srgbClr val="FF0000"/>
                </a:solidFill>
              </a:rPr>
              <a:t>Person</a:t>
            </a:r>
            <a:r>
              <a:rPr lang="en-US" sz="2800" dirty="0"/>
              <a:t> {</a:t>
            </a:r>
          </a:p>
          <a:p>
            <a:r>
              <a:rPr lang="en-US" sz="2800" dirty="0"/>
              <a:t>    void </a:t>
            </a:r>
            <a:r>
              <a:rPr lang="en-US" sz="2800" dirty="0" err="1"/>
              <a:t>sayHello</a:t>
            </a:r>
            <a:r>
              <a:rPr lang="en-US" sz="2800" dirty="0"/>
              <a:t>() {</a:t>
            </a:r>
          </a:p>
          <a:p>
            <a:r>
              <a:rPr lang="en-US" sz="2800" dirty="0"/>
              <a:t>        </a:t>
            </a:r>
            <a:r>
              <a:rPr lang="en-US" sz="2800" dirty="0" err="1"/>
              <a:t>System.out.println</a:t>
            </a:r>
            <a:r>
              <a:rPr lang="en-US" sz="2800" dirty="0"/>
              <a:t>("Hello");</a:t>
            </a:r>
          </a:p>
          <a:p>
            <a:r>
              <a:rPr lang="en-US" sz="2800" dirty="0"/>
              <a:t>    }</a:t>
            </a:r>
          </a:p>
          <a:p>
            <a:r>
              <a:rPr lang="en-US" sz="2800" dirty="0"/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D64C7BA-8595-F645-5C0A-150E01752F15}"/>
              </a:ext>
            </a:extLst>
          </p:cNvPr>
          <p:cNvSpPr txBox="1"/>
          <p:nvPr/>
        </p:nvSpPr>
        <p:spPr>
          <a:xfrm>
            <a:off x="876300" y="5505966"/>
            <a:ext cx="6096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/>
              <a:t>Create Object</a:t>
            </a:r>
          </a:p>
          <a:p>
            <a:r>
              <a:rPr lang="en-US" sz="2800" b="1" dirty="0">
                <a:solidFill>
                  <a:srgbClr val="FF0000"/>
                </a:solidFill>
              </a:rPr>
              <a:t>Person </a:t>
            </a:r>
            <a:r>
              <a:rPr lang="en-US" sz="28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p</a:t>
            </a:r>
            <a:r>
              <a:rPr lang="en-US" sz="2800" dirty="0"/>
              <a:t> = </a:t>
            </a:r>
            <a:r>
              <a:rPr lang="en-US" sz="2800" b="1" dirty="0">
                <a:solidFill>
                  <a:schemeClr val="accent5">
                    <a:lumMod val="75000"/>
                  </a:schemeClr>
                </a:solidFill>
              </a:rPr>
              <a:t>new</a:t>
            </a:r>
            <a:r>
              <a:rPr lang="en-US" sz="2800" dirty="0"/>
              <a:t> </a:t>
            </a:r>
            <a:r>
              <a:rPr lang="en-US" sz="2800" b="1" dirty="0">
                <a:solidFill>
                  <a:srgbClr val="FF0000"/>
                </a:solidFill>
              </a:rPr>
              <a:t>Person();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5D044E4-D7F3-16C0-BBDE-FE9B1F450047}"/>
              </a:ext>
            </a:extLst>
          </p:cNvPr>
          <p:cNvSpPr txBox="1"/>
          <p:nvPr/>
        </p:nvSpPr>
        <p:spPr>
          <a:xfrm>
            <a:off x="7264400" y="5198189"/>
            <a:ext cx="60960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dirty="0"/>
              <a:t>Now: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rgbClr val="FF0000"/>
                </a:solidFill>
                <a:latin typeface="Courier New" panose="02070309020205020404" pitchFamily="49" charset="0"/>
              </a:rPr>
              <a:t>Person</a:t>
            </a:r>
            <a:r>
              <a:rPr lang="en-IN" sz="2400" dirty="0"/>
              <a:t> → Class name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</a:rPr>
              <a:t>p</a:t>
            </a:r>
            <a:r>
              <a:rPr lang="en-IN" sz="2400" dirty="0"/>
              <a:t> → Object name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</a:rPr>
              <a:t>new</a:t>
            </a:r>
            <a:r>
              <a:rPr lang="en-IN" sz="2400" dirty="0">
                <a:latin typeface="Courier New" panose="02070309020205020404" pitchFamily="49" charset="0"/>
              </a:rPr>
              <a:t> </a:t>
            </a:r>
            <a:r>
              <a:rPr lang="en-IN" sz="2400" b="1" dirty="0">
                <a:solidFill>
                  <a:srgbClr val="FF0000"/>
                </a:solidFill>
                <a:latin typeface="Courier New" panose="02070309020205020404" pitchFamily="49" charset="0"/>
              </a:rPr>
              <a:t>Person()</a:t>
            </a:r>
            <a:r>
              <a:rPr lang="en-IN" sz="2400" b="1" dirty="0">
                <a:solidFill>
                  <a:srgbClr val="FF0000"/>
                </a:solidFill>
              </a:rPr>
              <a:t> </a:t>
            </a:r>
            <a:r>
              <a:rPr lang="en-IN" sz="2400" dirty="0"/>
              <a:t>→ Creates object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D51587B-8F36-4876-7C91-438F24C6C076}"/>
              </a:ext>
            </a:extLst>
          </p:cNvPr>
          <p:cNvCxnSpPr>
            <a:cxnSpLocks/>
          </p:cNvCxnSpPr>
          <p:nvPr/>
        </p:nvCxnSpPr>
        <p:spPr>
          <a:xfrm>
            <a:off x="5054600" y="6211619"/>
            <a:ext cx="2160000" cy="0"/>
          </a:xfrm>
          <a:prstGeom prst="straightConnector1">
            <a:avLst/>
          </a:prstGeom>
          <a:ln w="101600"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1222E967-F866-57BA-3A75-2E606F445382}"/>
              </a:ext>
            </a:extLst>
          </p:cNvPr>
          <p:cNvSpPr txBox="1"/>
          <p:nvPr/>
        </p:nvSpPr>
        <p:spPr>
          <a:xfrm>
            <a:off x="2400300" y="1937470"/>
            <a:ext cx="8280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Object creation </a:t>
            </a:r>
            <a:r>
              <a:rPr lang="en-IN" dirty="0"/>
              <a:t>= Using </a:t>
            </a:r>
            <a:r>
              <a:rPr lang="en-IN" b="1" dirty="0"/>
              <a:t>new keyword </a:t>
            </a:r>
            <a:r>
              <a:rPr lang="en-IN" dirty="0"/>
              <a:t>to create a real instance of a class.</a:t>
            </a:r>
            <a:endParaRPr lang="en-US" dirty="0"/>
          </a:p>
        </p:txBody>
      </p:sp>
      <p:pic>
        <p:nvPicPr>
          <p:cNvPr id="2" name="Picture 1" descr="A blue background with white text&#10;&#10;AI-generated content may be incorrect.">
            <a:extLst>
              <a:ext uri="{FF2B5EF4-FFF2-40B4-BE49-F238E27FC236}">
                <a16:creationId xmlns:a16="http://schemas.microsoft.com/office/drawing/2014/main" id="{CB2E7616-0765-4C16-FB34-4F9C95AADF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3655" y="0"/>
            <a:ext cx="1538343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2457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979EFD0-2578-BF10-8B61-549B5F9C9B01}"/>
              </a:ext>
            </a:extLst>
          </p:cNvPr>
          <p:cNvSpPr txBox="1"/>
          <p:nvPr/>
        </p:nvSpPr>
        <p:spPr>
          <a:xfrm>
            <a:off x="716280" y="868912"/>
            <a:ext cx="11046821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0" i="0" dirty="0">
                <a:solidFill>
                  <a:srgbClr val="AA0D91"/>
                </a:solidFill>
                <a:effectLst/>
              </a:rPr>
              <a:t>class</a:t>
            </a:r>
            <a:r>
              <a:rPr lang="en-IN" sz="2000" b="0" i="0" dirty="0">
                <a:solidFill>
                  <a:srgbClr val="242424"/>
                </a:solidFill>
                <a:effectLst/>
              </a:rPr>
              <a:t> Car {</a:t>
            </a:r>
            <a:br>
              <a:rPr lang="en-IN" sz="2000" dirty="0"/>
            </a:br>
            <a:r>
              <a:rPr lang="en-IN" sz="2000" b="0" i="0" dirty="0">
                <a:solidFill>
                  <a:srgbClr val="242424"/>
                </a:solidFill>
                <a:effectLst/>
              </a:rPr>
              <a:t>String </a:t>
            </a:r>
            <a:r>
              <a:rPr lang="en-IN" sz="2000" b="0" i="0" dirty="0" err="1">
                <a:solidFill>
                  <a:srgbClr val="242424"/>
                </a:solidFill>
                <a:effectLst/>
              </a:rPr>
              <a:t>color</a:t>
            </a:r>
            <a:r>
              <a:rPr lang="en-IN" sz="2000" b="0" i="0" dirty="0">
                <a:solidFill>
                  <a:srgbClr val="242424"/>
                </a:solidFill>
                <a:effectLst/>
              </a:rPr>
              <a:t>;</a:t>
            </a:r>
            <a:br>
              <a:rPr lang="en-IN" sz="2000" dirty="0"/>
            </a:br>
            <a:r>
              <a:rPr lang="en-IN" sz="2000" b="0" i="0" dirty="0">
                <a:solidFill>
                  <a:srgbClr val="242424"/>
                </a:solidFill>
                <a:effectLst/>
              </a:rPr>
              <a:t>String brand;</a:t>
            </a:r>
            <a:br>
              <a:rPr lang="en-IN" sz="2000" dirty="0"/>
            </a:br>
            <a:br>
              <a:rPr lang="en-IN" sz="2000" dirty="0"/>
            </a:br>
            <a:r>
              <a:rPr lang="en-IN" sz="2000" b="0" i="0" dirty="0">
                <a:solidFill>
                  <a:srgbClr val="AA0D91"/>
                </a:solidFill>
                <a:effectLst/>
              </a:rPr>
              <a:t>void</a:t>
            </a:r>
            <a:r>
              <a:rPr lang="en-IN" sz="2000" b="0" i="0" dirty="0">
                <a:solidFill>
                  <a:srgbClr val="242424"/>
                </a:solidFill>
                <a:effectLst/>
              </a:rPr>
              <a:t> start</a:t>
            </a:r>
            <a:r>
              <a:rPr lang="en-IN" sz="2000" b="0" i="0" dirty="0">
                <a:solidFill>
                  <a:srgbClr val="5C2699"/>
                </a:solidFill>
                <a:effectLst/>
              </a:rPr>
              <a:t>()</a:t>
            </a:r>
            <a:r>
              <a:rPr lang="en-IN" sz="2000" b="0" i="0" dirty="0">
                <a:solidFill>
                  <a:srgbClr val="242424"/>
                </a:solidFill>
                <a:effectLst/>
              </a:rPr>
              <a:t> {</a:t>
            </a:r>
            <a:br>
              <a:rPr lang="en-IN" sz="2000" dirty="0"/>
            </a:br>
            <a:r>
              <a:rPr lang="en-IN" sz="2000" b="0" i="0" dirty="0" err="1">
                <a:solidFill>
                  <a:srgbClr val="242424"/>
                </a:solidFill>
                <a:effectLst/>
              </a:rPr>
              <a:t>System.out.println</a:t>
            </a:r>
            <a:r>
              <a:rPr lang="en-IN" sz="2000" b="0" i="0" dirty="0">
                <a:solidFill>
                  <a:srgbClr val="242424"/>
                </a:solidFill>
                <a:effectLst/>
              </a:rPr>
              <a:t>(</a:t>
            </a:r>
            <a:r>
              <a:rPr lang="en-IN" sz="2000" b="0" i="0" dirty="0">
                <a:solidFill>
                  <a:srgbClr val="C41A16"/>
                </a:solidFill>
                <a:effectLst/>
              </a:rPr>
              <a:t>"Car started!"</a:t>
            </a:r>
            <a:r>
              <a:rPr lang="en-IN" sz="2000" b="0" i="0" dirty="0">
                <a:solidFill>
                  <a:srgbClr val="242424"/>
                </a:solidFill>
                <a:effectLst/>
              </a:rPr>
              <a:t>);</a:t>
            </a:r>
            <a:br>
              <a:rPr lang="en-IN" sz="2000" dirty="0"/>
            </a:br>
            <a:r>
              <a:rPr lang="en-IN" sz="2000" b="0" i="0" dirty="0">
                <a:solidFill>
                  <a:srgbClr val="242424"/>
                </a:solidFill>
                <a:effectLst/>
              </a:rPr>
              <a:t>}</a:t>
            </a:r>
            <a:br>
              <a:rPr lang="en-IN" sz="2000" dirty="0"/>
            </a:br>
            <a:r>
              <a:rPr lang="en-IN" sz="2000" b="0" i="0" dirty="0">
                <a:solidFill>
                  <a:srgbClr val="242424"/>
                </a:solidFill>
                <a:effectLst/>
              </a:rPr>
              <a:t>}</a:t>
            </a:r>
            <a:br>
              <a:rPr lang="en-IN" sz="2000" dirty="0"/>
            </a:br>
            <a:br>
              <a:rPr lang="en-IN" sz="2000" dirty="0"/>
            </a:br>
            <a:r>
              <a:rPr lang="en-IN" sz="2000" b="0" i="0" dirty="0">
                <a:solidFill>
                  <a:srgbClr val="007400"/>
                </a:solidFill>
                <a:effectLst/>
              </a:rPr>
              <a:t>// Creating an object of Car</a:t>
            </a:r>
            <a:br>
              <a:rPr lang="en-IN" sz="2000" dirty="0"/>
            </a:br>
            <a:r>
              <a:rPr lang="en-IN" sz="2000" b="0" i="0" dirty="0">
                <a:solidFill>
                  <a:srgbClr val="5C2699"/>
                </a:solidFill>
                <a:effectLst/>
              </a:rPr>
              <a:t>Car</a:t>
            </a:r>
            <a:r>
              <a:rPr lang="en-IN" sz="2000" b="0" i="0" dirty="0">
                <a:solidFill>
                  <a:srgbClr val="242424"/>
                </a:solidFill>
                <a:effectLst/>
              </a:rPr>
              <a:t> </a:t>
            </a:r>
            <a:r>
              <a:rPr lang="en-IN" sz="2000" b="0" i="0" dirty="0" err="1">
                <a:solidFill>
                  <a:srgbClr val="3F6E74"/>
                </a:solidFill>
                <a:effectLst/>
              </a:rPr>
              <a:t>myCar</a:t>
            </a:r>
            <a:r>
              <a:rPr lang="en-IN" sz="2000" b="0" i="0" dirty="0">
                <a:solidFill>
                  <a:srgbClr val="242424"/>
                </a:solidFill>
                <a:effectLst/>
              </a:rPr>
              <a:t> = </a:t>
            </a:r>
            <a:r>
              <a:rPr lang="en-IN" sz="2000" b="0" i="0" dirty="0">
                <a:solidFill>
                  <a:srgbClr val="AA0D91"/>
                </a:solidFill>
                <a:effectLst/>
              </a:rPr>
              <a:t>new</a:t>
            </a:r>
            <a:r>
              <a:rPr lang="en-IN" sz="2000" b="0" i="0" dirty="0">
                <a:solidFill>
                  <a:srgbClr val="242424"/>
                </a:solidFill>
                <a:effectLst/>
              </a:rPr>
              <a:t> Car();</a:t>
            </a:r>
            <a:br>
              <a:rPr lang="en-IN" sz="2000" dirty="0"/>
            </a:br>
            <a:r>
              <a:rPr lang="en-IN" sz="2000" b="0" i="0" dirty="0" err="1">
                <a:solidFill>
                  <a:srgbClr val="242424"/>
                </a:solidFill>
                <a:effectLst/>
              </a:rPr>
              <a:t>myCar.color</a:t>
            </a:r>
            <a:r>
              <a:rPr lang="en-IN" sz="2000" b="0" i="0" dirty="0">
                <a:solidFill>
                  <a:srgbClr val="242424"/>
                </a:solidFill>
                <a:effectLst/>
              </a:rPr>
              <a:t> = </a:t>
            </a:r>
            <a:r>
              <a:rPr lang="en-IN" sz="2000" b="0" i="0" dirty="0">
                <a:solidFill>
                  <a:srgbClr val="C41A16"/>
                </a:solidFill>
                <a:effectLst/>
              </a:rPr>
              <a:t>"Red"</a:t>
            </a:r>
            <a:r>
              <a:rPr lang="en-IN" sz="2000" b="0" i="0" dirty="0">
                <a:solidFill>
                  <a:srgbClr val="242424"/>
                </a:solidFill>
                <a:effectLst/>
              </a:rPr>
              <a:t>;</a:t>
            </a:r>
            <a:br>
              <a:rPr lang="en-IN" sz="2000" dirty="0"/>
            </a:br>
            <a:r>
              <a:rPr lang="en-IN" sz="2000" b="0" i="0" dirty="0" err="1">
                <a:solidFill>
                  <a:srgbClr val="242424"/>
                </a:solidFill>
                <a:effectLst/>
              </a:rPr>
              <a:t>myCar.brand</a:t>
            </a:r>
            <a:r>
              <a:rPr lang="en-IN" sz="2000" b="0" i="0" dirty="0">
                <a:solidFill>
                  <a:srgbClr val="242424"/>
                </a:solidFill>
                <a:effectLst/>
              </a:rPr>
              <a:t> = </a:t>
            </a:r>
            <a:r>
              <a:rPr lang="en-IN" sz="2000" b="0" i="0" dirty="0">
                <a:solidFill>
                  <a:srgbClr val="C41A16"/>
                </a:solidFill>
                <a:effectLst/>
              </a:rPr>
              <a:t>"Toyota"</a:t>
            </a:r>
            <a:r>
              <a:rPr lang="en-IN" sz="2000" b="0" i="0" dirty="0">
                <a:solidFill>
                  <a:srgbClr val="242424"/>
                </a:solidFill>
                <a:effectLst/>
              </a:rPr>
              <a:t>;</a:t>
            </a:r>
            <a:br>
              <a:rPr lang="en-IN" sz="2000" dirty="0"/>
            </a:br>
            <a:r>
              <a:rPr lang="en-IN" sz="2000" b="0" i="0" dirty="0" err="1">
                <a:solidFill>
                  <a:srgbClr val="242424"/>
                </a:solidFill>
                <a:effectLst/>
              </a:rPr>
              <a:t>myCar.start</a:t>
            </a:r>
            <a:r>
              <a:rPr lang="en-IN" sz="2000" b="0" i="0" dirty="0">
                <a:solidFill>
                  <a:srgbClr val="242424"/>
                </a:solidFill>
                <a:effectLst/>
              </a:rPr>
              <a:t>();</a:t>
            </a:r>
            <a:br>
              <a:rPr lang="en-IN" sz="2000" dirty="0"/>
            </a:br>
            <a:br>
              <a:rPr lang="en-IN" sz="2000" dirty="0"/>
            </a:br>
            <a:r>
              <a:rPr lang="en-IN" sz="2000" b="0" i="0" dirty="0">
                <a:solidFill>
                  <a:srgbClr val="007400"/>
                </a:solidFill>
                <a:effectLst/>
              </a:rPr>
              <a:t>// Car → Blueprint (Class)</a:t>
            </a:r>
            <a:br>
              <a:rPr lang="en-IN" sz="2000" dirty="0"/>
            </a:br>
            <a:r>
              <a:rPr lang="en-IN" sz="2000" b="0" i="0" dirty="0">
                <a:solidFill>
                  <a:srgbClr val="007400"/>
                </a:solidFill>
                <a:effectLst/>
              </a:rPr>
              <a:t>// </a:t>
            </a:r>
            <a:r>
              <a:rPr lang="en-IN" sz="2000" b="0" i="0" dirty="0" err="1">
                <a:solidFill>
                  <a:srgbClr val="007400"/>
                </a:solidFill>
                <a:effectLst/>
              </a:rPr>
              <a:t>myCar</a:t>
            </a:r>
            <a:r>
              <a:rPr lang="en-IN" sz="2000" b="0" i="0" dirty="0">
                <a:solidFill>
                  <a:srgbClr val="007400"/>
                </a:solidFill>
                <a:effectLst/>
              </a:rPr>
              <a:t> → Actual object created from that blueprint</a:t>
            </a:r>
            <a:br>
              <a:rPr lang="en-IN" sz="2000" dirty="0"/>
            </a:br>
            <a:r>
              <a:rPr lang="en-IN" sz="2000" b="0" i="0" dirty="0">
                <a:solidFill>
                  <a:srgbClr val="007400"/>
                </a:solidFill>
                <a:effectLst/>
              </a:rPr>
              <a:t>// An object is a real-world thing in programming that has data (properties) and actions (methods).</a:t>
            </a:r>
            <a:endParaRPr lang="en-US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516F59-FDE7-266F-B5DC-A3428B57A1F6}"/>
              </a:ext>
            </a:extLst>
          </p:cNvPr>
          <p:cNvSpPr txBox="1"/>
          <p:nvPr/>
        </p:nvSpPr>
        <p:spPr>
          <a:xfrm>
            <a:off x="5277393" y="1638163"/>
            <a:ext cx="60807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So, when you create a </a:t>
            </a:r>
            <a:r>
              <a:rPr lang="en-IN" sz="2400" b="1" dirty="0"/>
              <a:t>“Car object” </a:t>
            </a:r>
            <a:r>
              <a:rPr lang="en-IN" sz="2400" dirty="0"/>
              <a:t>in Java, you are basically </a:t>
            </a:r>
            <a:r>
              <a:rPr lang="en-IN" sz="2400" b="1" dirty="0">
                <a:solidFill>
                  <a:srgbClr val="FF0000"/>
                </a:solidFill>
              </a:rPr>
              <a:t>making a real car inside memory</a:t>
            </a:r>
            <a:r>
              <a:rPr lang="en-IN" sz="2400" dirty="0">
                <a:solidFill>
                  <a:srgbClr val="FF0000"/>
                </a:solidFill>
              </a:rPr>
              <a:t> </a:t>
            </a:r>
            <a:r>
              <a:rPr lang="en-IN" sz="2400" dirty="0"/>
              <a:t>with its details and actions.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6663D4-426C-B069-79ED-4C9B37E599AC}"/>
              </a:ext>
            </a:extLst>
          </p:cNvPr>
          <p:cNvSpPr txBox="1"/>
          <p:nvPr/>
        </p:nvSpPr>
        <p:spPr>
          <a:xfrm>
            <a:off x="5277393" y="3280845"/>
            <a:ext cx="676002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00B0F0"/>
                </a:solidFill>
              </a:rPr>
              <a:t>Class</a:t>
            </a:r>
            <a:r>
              <a:rPr lang="en-IN" b="1" dirty="0"/>
              <a:t> = Recipe</a:t>
            </a:r>
            <a:r>
              <a:rPr lang="en-IN" dirty="0"/>
              <a:t> (How to make a cake)</a:t>
            </a:r>
          </a:p>
          <a:p>
            <a:r>
              <a:rPr lang="en-IN" b="1" dirty="0">
                <a:solidFill>
                  <a:srgbClr val="00B0F0"/>
                </a:solidFill>
              </a:rPr>
              <a:t>Object</a:t>
            </a:r>
            <a:r>
              <a:rPr lang="en-IN" b="1" dirty="0"/>
              <a:t> = Actual Cake</a:t>
            </a:r>
            <a:r>
              <a:rPr lang="en-IN" dirty="0"/>
              <a:t> (The cake you baked using that recipe)</a:t>
            </a:r>
          </a:p>
          <a:p>
            <a:r>
              <a:rPr lang="en-IN" dirty="0"/>
              <a:t>You can make many cakes (objects) from the same recipe (class), and each cake can have different </a:t>
            </a:r>
            <a:r>
              <a:rPr lang="en-IN" dirty="0" err="1"/>
              <a:t>flavors</a:t>
            </a:r>
            <a:r>
              <a:rPr lang="en-IN" dirty="0"/>
              <a:t> (properties).</a:t>
            </a:r>
          </a:p>
        </p:txBody>
      </p:sp>
      <p:pic>
        <p:nvPicPr>
          <p:cNvPr id="6" name="Picture 5" descr="A blue background with white text&#10;&#10;AI-generated content may be incorrect.">
            <a:extLst>
              <a:ext uri="{FF2B5EF4-FFF2-40B4-BE49-F238E27FC236}">
                <a16:creationId xmlns:a16="http://schemas.microsoft.com/office/drawing/2014/main" id="{28F366CC-AD38-5E5D-5885-FE3B07C9CF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3655" y="0"/>
            <a:ext cx="1538343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13623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E894FEF-45AC-E7AD-2B4E-1064EC7440B4}"/>
              </a:ext>
            </a:extLst>
          </p:cNvPr>
          <p:cNvSpPr txBox="1"/>
          <p:nvPr/>
        </p:nvSpPr>
        <p:spPr>
          <a:xfrm>
            <a:off x="5003074" y="227189"/>
            <a:ext cx="181573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b="1" dirty="0">
                <a:solidFill>
                  <a:schemeClr val="accent2"/>
                </a:solidFill>
              </a:rPr>
              <a:t>a(</a:t>
            </a:r>
            <a:r>
              <a:rPr lang="en-IN" sz="4800" b="1" dirty="0">
                <a:solidFill>
                  <a:srgbClr val="00B0F0"/>
                </a:solidFill>
              </a:rPr>
              <a:t>b()</a:t>
            </a:r>
            <a:r>
              <a:rPr lang="en-IN" sz="4800" b="1" dirty="0">
                <a:solidFill>
                  <a:schemeClr val="accent2"/>
                </a:solidFill>
              </a:rPr>
              <a:t>)</a:t>
            </a:r>
            <a:endParaRPr lang="en-US" sz="4800" b="1" dirty="0">
              <a:solidFill>
                <a:srgbClr val="00B0F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A8598A-099B-131E-81FB-0EE35E5B9743}"/>
              </a:ext>
            </a:extLst>
          </p:cNvPr>
          <p:cNvSpPr txBox="1"/>
          <p:nvPr/>
        </p:nvSpPr>
        <p:spPr>
          <a:xfrm>
            <a:off x="378821" y="1960154"/>
            <a:ext cx="491163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Inside its parentheses you are passing the </a:t>
            </a:r>
            <a:r>
              <a:rPr lang="en-IN" sz="2000" b="1" dirty="0"/>
              <a:t>return value of another method b()</a:t>
            </a:r>
            <a:r>
              <a:rPr lang="en-IN" sz="2000" dirty="0"/>
              <a:t> as an argument.</a:t>
            </a:r>
            <a:endParaRPr lang="en-US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B95788-E205-B2BC-171B-77501C560CCA}"/>
              </a:ext>
            </a:extLst>
          </p:cNvPr>
          <p:cNvSpPr txBox="1"/>
          <p:nvPr/>
        </p:nvSpPr>
        <p:spPr>
          <a:xfrm>
            <a:off x="378821" y="3532866"/>
            <a:ext cx="5225143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Execution order:</a:t>
            </a:r>
          </a:p>
          <a:p>
            <a:r>
              <a:rPr lang="en-IN" sz="2000" dirty="0"/>
              <a:t>First, </a:t>
            </a:r>
            <a:r>
              <a:rPr lang="en-IN" sz="2000" b="1" dirty="0"/>
              <a:t>b()</a:t>
            </a:r>
            <a:r>
              <a:rPr lang="en-IN" sz="2000" dirty="0"/>
              <a:t> runs.</a:t>
            </a:r>
          </a:p>
          <a:p>
            <a:r>
              <a:rPr lang="en-IN" sz="2000" dirty="0"/>
              <a:t>Whatever </a:t>
            </a:r>
            <a:r>
              <a:rPr lang="en-IN" sz="2000" b="1" dirty="0"/>
              <a:t>b() </a:t>
            </a:r>
            <a:r>
              <a:rPr lang="en-IN" sz="2000" dirty="0"/>
              <a:t>returns, gets passed into </a:t>
            </a:r>
            <a:r>
              <a:rPr lang="en-IN" sz="2000" b="1" dirty="0"/>
              <a:t>a(...)</a:t>
            </a:r>
            <a:r>
              <a:rPr lang="en-IN" sz="2000" dirty="0"/>
              <a:t>.</a:t>
            </a:r>
          </a:p>
          <a:p>
            <a:r>
              <a:rPr lang="en-IN" sz="2000" dirty="0"/>
              <a:t>Then </a:t>
            </a:r>
            <a:r>
              <a:rPr lang="en-IN" sz="2000" b="1" dirty="0"/>
              <a:t>a(...) </a:t>
            </a:r>
            <a:r>
              <a:rPr lang="en-IN" sz="2000" dirty="0"/>
              <a:t>executes using that returned value.</a:t>
            </a:r>
          </a:p>
          <a:p>
            <a:endParaRPr lang="en-US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D89B206-D0C3-898E-4EA5-53B77323CBC9}"/>
              </a:ext>
            </a:extLst>
          </p:cNvPr>
          <p:cNvSpPr txBox="1"/>
          <p:nvPr/>
        </p:nvSpPr>
        <p:spPr>
          <a:xfrm>
            <a:off x="6096000" y="1895900"/>
            <a:ext cx="5360126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int </a:t>
            </a:r>
            <a:r>
              <a:rPr lang="en-US" sz="2400" b="1" dirty="0">
                <a:solidFill>
                  <a:srgbClr val="00B0F0"/>
                </a:solidFill>
              </a:rPr>
              <a:t>b() </a:t>
            </a:r>
            <a:r>
              <a:rPr lang="en-US" sz="2400" dirty="0"/>
              <a:t>{</a:t>
            </a:r>
          </a:p>
          <a:p>
            <a:r>
              <a:rPr lang="en-US" sz="2400" dirty="0"/>
              <a:t>    return 5;</a:t>
            </a:r>
          </a:p>
          <a:p>
            <a:r>
              <a:rPr lang="en-US" sz="2400" dirty="0"/>
              <a:t>}</a:t>
            </a:r>
          </a:p>
          <a:p>
            <a:endParaRPr lang="en-US" sz="2400" dirty="0"/>
          </a:p>
          <a:p>
            <a:r>
              <a:rPr lang="en-US" sz="2400" dirty="0"/>
              <a:t>void a(int x) {</a:t>
            </a:r>
          </a:p>
          <a:p>
            <a:r>
              <a:rPr lang="en-US" sz="2400" dirty="0"/>
              <a:t>    </a:t>
            </a:r>
            <a:r>
              <a:rPr lang="en-US" sz="2400" dirty="0" err="1"/>
              <a:t>System.out.println</a:t>
            </a:r>
            <a:r>
              <a:rPr lang="en-US" sz="2400" dirty="0"/>
              <a:t>("Value: " + x);</a:t>
            </a:r>
          </a:p>
          <a:p>
            <a:r>
              <a:rPr lang="en-US" sz="2400" dirty="0"/>
              <a:t>}</a:t>
            </a:r>
          </a:p>
          <a:p>
            <a:endParaRPr lang="en-US" sz="2400" dirty="0"/>
          </a:p>
          <a:p>
            <a:r>
              <a:rPr lang="en-US" sz="2400" b="1" dirty="0">
                <a:solidFill>
                  <a:schemeClr val="accent2"/>
                </a:solidFill>
              </a:rPr>
              <a:t>a(</a:t>
            </a:r>
            <a:r>
              <a:rPr lang="en-US" sz="2400" b="1" dirty="0">
                <a:solidFill>
                  <a:srgbClr val="00B0F0"/>
                </a:solidFill>
              </a:rPr>
              <a:t>b()</a:t>
            </a:r>
            <a:r>
              <a:rPr lang="en-US" sz="2400" b="1" dirty="0">
                <a:solidFill>
                  <a:schemeClr val="accent2"/>
                </a:solidFill>
              </a:rPr>
              <a:t>)</a:t>
            </a:r>
            <a:r>
              <a:rPr lang="en-US" sz="2400" dirty="0"/>
              <a:t>; // Output: Value: 5</a:t>
            </a:r>
          </a:p>
          <a:p>
            <a:endParaRPr lang="en-US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957679-7DC2-8F9E-578F-83F9C66E7774}"/>
              </a:ext>
            </a:extLst>
          </p:cNvPr>
          <p:cNvSpPr txBox="1"/>
          <p:nvPr/>
        </p:nvSpPr>
        <p:spPr>
          <a:xfrm>
            <a:off x="6252755" y="5924431"/>
            <a:ext cx="50988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Here </a:t>
            </a:r>
            <a:r>
              <a:rPr lang="en-IN" sz="2400" b="1" dirty="0">
                <a:solidFill>
                  <a:srgbClr val="00B0F0"/>
                </a:solidFill>
              </a:rPr>
              <a:t>b() </a:t>
            </a:r>
            <a:r>
              <a:rPr lang="en-IN" sz="2400" dirty="0"/>
              <a:t>returns 5, and </a:t>
            </a:r>
            <a:r>
              <a:rPr lang="en-IN" sz="2400" b="1" dirty="0">
                <a:solidFill>
                  <a:schemeClr val="accent2"/>
                </a:solidFill>
              </a:rPr>
              <a:t>a(</a:t>
            </a:r>
            <a:r>
              <a:rPr lang="en-IN" sz="2400" b="1" dirty="0"/>
              <a:t>5</a:t>
            </a:r>
            <a:r>
              <a:rPr lang="en-IN" sz="2400" b="1" dirty="0">
                <a:solidFill>
                  <a:schemeClr val="accent2"/>
                </a:solidFill>
              </a:rPr>
              <a:t>)</a:t>
            </a:r>
            <a:r>
              <a:rPr lang="en-IN" sz="2400" dirty="0"/>
              <a:t> runs.</a:t>
            </a:r>
            <a:endParaRPr lang="en-US" sz="2400" dirty="0"/>
          </a:p>
        </p:txBody>
      </p:sp>
      <p:pic>
        <p:nvPicPr>
          <p:cNvPr id="8" name="Picture 7" descr="A blue background with white text&#10;&#10;AI-generated content may be incorrect.">
            <a:extLst>
              <a:ext uri="{FF2B5EF4-FFF2-40B4-BE49-F238E27FC236}">
                <a16:creationId xmlns:a16="http://schemas.microsoft.com/office/drawing/2014/main" id="{3C778C02-14E6-3140-623A-5579A84BC8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3655" y="0"/>
            <a:ext cx="1538343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6242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A79F742-5E93-1867-0797-BB3AEACDE456}"/>
              </a:ext>
            </a:extLst>
          </p:cNvPr>
          <p:cNvSpPr txBox="1"/>
          <p:nvPr/>
        </p:nvSpPr>
        <p:spPr>
          <a:xfrm>
            <a:off x="4526279" y="461945"/>
            <a:ext cx="199208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800" b="1" dirty="0">
                <a:solidFill>
                  <a:schemeClr val="accent2"/>
                </a:solidFill>
              </a:rPr>
              <a:t>a()</a:t>
            </a:r>
            <a:r>
              <a:rPr lang="en-IN" sz="4800" b="1" dirty="0"/>
              <a:t>.</a:t>
            </a:r>
            <a:r>
              <a:rPr lang="en-IN" sz="4800" b="1" dirty="0">
                <a:solidFill>
                  <a:srgbClr val="00B0F0"/>
                </a:solidFill>
              </a:rPr>
              <a:t>b()</a:t>
            </a:r>
            <a:endParaRPr lang="en-US" sz="4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1F659EA-B8E3-8F93-61CA-D43677A59655}"/>
              </a:ext>
            </a:extLst>
          </p:cNvPr>
          <p:cNvSpPr txBox="1"/>
          <p:nvPr/>
        </p:nvSpPr>
        <p:spPr>
          <a:xfrm>
            <a:off x="278673" y="1922588"/>
            <a:ext cx="5930537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Here </a:t>
            </a:r>
            <a:r>
              <a:rPr lang="en-IN" sz="2400" b="1" dirty="0"/>
              <a:t>a is a method that returns an object</a:t>
            </a:r>
            <a:r>
              <a:rPr lang="en-IN" sz="2400" dirty="0"/>
              <a:t>.</a:t>
            </a:r>
          </a:p>
          <a:p>
            <a:r>
              <a:rPr lang="en-IN" sz="2400" dirty="0"/>
              <a:t>Then you immediately call method </a:t>
            </a:r>
            <a:r>
              <a:rPr lang="en-IN" sz="2400" b="1" dirty="0">
                <a:solidFill>
                  <a:srgbClr val="00B0F0"/>
                </a:solidFill>
              </a:rPr>
              <a:t>b() </a:t>
            </a:r>
            <a:r>
              <a:rPr lang="en-IN" sz="2400" dirty="0"/>
              <a:t>on that returned object.</a:t>
            </a:r>
          </a:p>
          <a:p>
            <a:r>
              <a:rPr lang="en-IN" sz="2400" dirty="0"/>
              <a:t>Execution order: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chemeClr val="accent2"/>
                </a:solidFill>
              </a:rPr>
              <a:t>a() </a:t>
            </a:r>
            <a:r>
              <a:rPr lang="en-IN" sz="2400" dirty="0"/>
              <a:t>runs and returns some object.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400" dirty="0"/>
              <a:t>On that object, you call </a:t>
            </a:r>
            <a:r>
              <a:rPr lang="en-IN" sz="2400" b="1" dirty="0">
                <a:solidFill>
                  <a:srgbClr val="00B0F0"/>
                </a:solidFill>
              </a:rPr>
              <a:t>.b()</a:t>
            </a:r>
            <a:r>
              <a:rPr lang="en-IN" sz="2400" dirty="0"/>
              <a:t>.</a:t>
            </a:r>
          </a:p>
          <a:p>
            <a:endParaRPr lang="en-US" sz="2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0B6936-7D0B-11D0-171B-CC1576145062}"/>
              </a:ext>
            </a:extLst>
          </p:cNvPr>
          <p:cNvSpPr txBox="1"/>
          <p:nvPr/>
        </p:nvSpPr>
        <p:spPr>
          <a:xfrm>
            <a:off x="6688182" y="1922588"/>
            <a:ext cx="5303520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class Car {</a:t>
            </a:r>
          </a:p>
          <a:p>
            <a:r>
              <a:rPr lang="en-US" sz="2400" dirty="0"/>
              <a:t>    void start() {</a:t>
            </a:r>
          </a:p>
          <a:p>
            <a:r>
              <a:rPr lang="en-US" sz="2400" dirty="0"/>
              <a:t>        </a:t>
            </a:r>
            <a:r>
              <a:rPr lang="en-US" sz="2400" dirty="0" err="1"/>
              <a:t>System.out.println</a:t>
            </a:r>
            <a:r>
              <a:rPr lang="en-US" sz="2400" dirty="0"/>
              <a:t>("Car started!");</a:t>
            </a:r>
          </a:p>
          <a:p>
            <a:r>
              <a:rPr lang="en-US" sz="2400" dirty="0"/>
              <a:t>    }</a:t>
            </a:r>
          </a:p>
          <a:p>
            <a:r>
              <a:rPr lang="en-US" sz="2400" dirty="0"/>
              <a:t>}</a:t>
            </a:r>
          </a:p>
          <a:p>
            <a:endParaRPr lang="en-US" sz="2400" dirty="0"/>
          </a:p>
          <a:p>
            <a:r>
              <a:rPr lang="en-US" sz="2400" dirty="0"/>
              <a:t>Car </a:t>
            </a:r>
            <a:r>
              <a:rPr lang="en-US" sz="2400" b="1" dirty="0">
                <a:solidFill>
                  <a:schemeClr val="accent2"/>
                </a:solidFill>
              </a:rPr>
              <a:t>a()</a:t>
            </a:r>
            <a:r>
              <a:rPr lang="en-US" sz="2400" dirty="0"/>
              <a:t> {</a:t>
            </a:r>
          </a:p>
          <a:p>
            <a:r>
              <a:rPr lang="en-US" sz="2400" dirty="0"/>
              <a:t>    return new Car();  // </a:t>
            </a:r>
            <a:r>
              <a:rPr lang="en-US" sz="2400" b="1" dirty="0">
                <a:solidFill>
                  <a:schemeClr val="accent2"/>
                </a:solidFill>
              </a:rPr>
              <a:t>a() </a:t>
            </a:r>
            <a:r>
              <a:rPr lang="en-US" sz="2400" dirty="0"/>
              <a:t>returns a Car object</a:t>
            </a:r>
          </a:p>
          <a:p>
            <a:r>
              <a:rPr lang="en-US" sz="2400" dirty="0"/>
              <a:t>}</a:t>
            </a:r>
          </a:p>
          <a:p>
            <a:endParaRPr lang="en-US" sz="2400" dirty="0"/>
          </a:p>
          <a:p>
            <a:r>
              <a:rPr lang="en-US" sz="2400" b="1" dirty="0">
                <a:solidFill>
                  <a:schemeClr val="accent2"/>
                </a:solidFill>
              </a:rPr>
              <a:t>a()</a:t>
            </a:r>
            <a:r>
              <a:rPr lang="en-US" sz="2400" dirty="0"/>
              <a:t>.start();  // Output: Car started!</a:t>
            </a:r>
          </a:p>
          <a:p>
            <a:endParaRPr lang="en-US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BDF3983-0703-4932-6355-974AF7452762}"/>
              </a:ext>
            </a:extLst>
          </p:cNvPr>
          <p:cNvSpPr txBox="1"/>
          <p:nvPr/>
        </p:nvSpPr>
        <p:spPr>
          <a:xfrm>
            <a:off x="313508" y="5760719"/>
            <a:ext cx="541673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Here </a:t>
            </a:r>
            <a:r>
              <a:rPr lang="en-IN" sz="2400" b="1" dirty="0">
                <a:solidFill>
                  <a:schemeClr val="accent2"/>
                </a:solidFill>
              </a:rPr>
              <a:t>a() </a:t>
            </a:r>
            <a:r>
              <a:rPr lang="en-IN" sz="2400" b="1" dirty="0"/>
              <a:t>gives you a Car object, then .start() is called on that object.</a:t>
            </a:r>
            <a:endParaRPr lang="en-US" sz="2400" b="1" dirty="0"/>
          </a:p>
        </p:txBody>
      </p:sp>
      <p:pic>
        <p:nvPicPr>
          <p:cNvPr id="4" name="Picture 3" descr="A blue background with white text&#10;&#10;AI-generated content may be incorrect.">
            <a:extLst>
              <a:ext uri="{FF2B5EF4-FFF2-40B4-BE49-F238E27FC236}">
                <a16:creationId xmlns:a16="http://schemas.microsoft.com/office/drawing/2014/main" id="{2CE39E48-8F13-E792-7AAD-78E8FFF239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3655" y="0"/>
            <a:ext cx="1538343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95617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021735E-5C85-F63F-F17C-D11EC9F79107}"/>
              </a:ext>
            </a:extLst>
          </p:cNvPr>
          <p:cNvSpPr txBox="1"/>
          <p:nvPr/>
        </p:nvSpPr>
        <p:spPr>
          <a:xfrm>
            <a:off x="6834557" y="2788934"/>
            <a:ext cx="488314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Thank You!</a:t>
            </a:r>
          </a:p>
        </p:txBody>
      </p:sp>
      <p:pic>
        <p:nvPicPr>
          <p:cNvPr id="11" name="Picture 10" descr="A screenshot of a qr code&#10;&#10;AI-generated content may be incorrect.">
            <a:extLst>
              <a:ext uri="{FF2B5EF4-FFF2-40B4-BE49-F238E27FC236}">
                <a16:creationId xmlns:a16="http://schemas.microsoft.com/office/drawing/2014/main" id="{D31F32A6-BAEF-3461-9456-533368CEAA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754" y="504172"/>
            <a:ext cx="4995691" cy="5849655"/>
          </a:xfrm>
          <a:prstGeom prst="rect">
            <a:avLst/>
          </a:prstGeom>
        </p:spPr>
      </p:pic>
      <p:pic>
        <p:nvPicPr>
          <p:cNvPr id="3" name="Picture 2" descr="A blue background with white text&#10;&#10;AI-generated content may be incorrect.">
            <a:extLst>
              <a:ext uri="{FF2B5EF4-FFF2-40B4-BE49-F238E27FC236}">
                <a16:creationId xmlns:a16="http://schemas.microsoft.com/office/drawing/2014/main" id="{36452C03-E064-A75D-C967-1FFB02C513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3655" y="0"/>
            <a:ext cx="1538343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0985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637</Words>
  <Application>Microsoft Macintosh PowerPoint</Application>
  <PresentationFormat>Widescreen</PresentationFormat>
  <Paragraphs>76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Pooja Pawar</dc:creator>
  <cp:lastModifiedBy>Pooja Pawar</cp:lastModifiedBy>
  <cp:revision>2</cp:revision>
  <dcterms:created xsi:type="dcterms:W3CDTF">2025-10-02T20:08:01Z</dcterms:created>
  <dcterms:modified xsi:type="dcterms:W3CDTF">2026-02-22T06:40:46Z</dcterms:modified>
</cp:coreProperties>
</file>